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17" r:id="rId4"/>
  </p:sldMasterIdLst>
  <p:sldIdLst>
    <p:sldId id="349" r:id="rId5"/>
    <p:sldId id="348" r:id="rId6"/>
    <p:sldId id="285" r:id="rId7"/>
    <p:sldId id="357" r:id="rId8"/>
    <p:sldId id="333" r:id="rId9"/>
    <p:sldId id="265" r:id="rId10"/>
    <p:sldId id="342" r:id="rId11"/>
    <p:sldId id="351" r:id="rId12"/>
    <p:sldId id="264" r:id="rId13"/>
    <p:sldId id="266" r:id="rId14"/>
    <p:sldId id="358" r:id="rId15"/>
    <p:sldId id="352" r:id="rId16"/>
    <p:sldId id="353" r:id="rId17"/>
    <p:sldId id="354" r:id="rId18"/>
    <p:sldId id="343" r:id="rId19"/>
    <p:sldId id="355" r:id="rId20"/>
    <p:sldId id="356" r:id="rId21"/>
    <p:sldId id="344" r:id="rId22"/>
    <p:sldId id="361" r:id="rId23"/>
    <p:sldId id="362" r:id="rId24"/>
    <p:sldId id="363" r:id="rId25"/>
    <p:sldId id="268" r:id="rId26"/>
    <p:sldId id="359" r:id="rId27"/>
    <p:sldId id="360" r:id="rId28"/>
    <p:sldId id="36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EB9A"/>
    <a:srgbClr val="FCF098"/>
    <a:srgbClr val="8AF3E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17" autoAdjust="0"/>
    <p:restoredTop sz="94634" autoAdjust="0"/>
  </p:normalViewPr>
  <p:slideViewPr>
    <p:cSldViewPr snapToGrid="0">
      <p:cViewPr varScale="1">
        <p:scale>
          <a:sx n="70" d="100"/>
          <a:sy n="70" d="100"/>
        </p:scale>
        <p:origin x="72" y="4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C0B14E-AEA6-48D3-A387-ED4A3A3BF840}" type="doc">
      <dgm:prSet loTypeId="urn:microsoft.com/office/officeart/2005/8/layout/hProcess11" loCatId="icon" qsTypeId="urn:microsoft.com/office/officeart/2005/8/quickstyle/simple1" qsCatId="simple" csTypeId="urn:microsoft.com/office/officeart/2005/8/colors/colorful1" csCatId="colorful" phldr="1"/>
      <dgm:spPr/>
      <dgm:t>
        <a:bodyPr/>
        <a:lstStyle/>
        <a:p>
          <a:endParaRPr lang="en-US"/>
        </a:p>
      </dgm:t>
    </dgm:pt>
    <dgm:pt modelId="{AACEAFD5-63CF-4AFC-B46F-BE086C5D447C}">
      <dgm:prSet phldrT="[Text]" custT="1"/>
      <dgm:spPr/>
      <dgm:t>
        <a:bodyPr/>
        <a:lstStyle/>
        <a:p>
          <a:pPr>
            <a:lnSpc>
              <a:spcPct val="100000"/>
            </a:lnSpc>
          </a:pPr>
          <a:r>
            <a:rPr lang="en-US" sz="1400" b="0" i="0" u="none" dirty="0"/>
            <a:t>Use case </a:t>
          </a:r>
          <a:r>
            <a:rPr lang="en-US" sz="1400" b="0" i="0" u="none" dirty="0" err="1"/>
            <a:t>bắt</a:t>
          </a:r>
          <a:r>
            <a:rPr lang="en-US" sz="1400" b="0" i="0" u="none" dirty="0"/>
            <a:t> </a:t>
          </a:r>
          <a:r>
            <a:rPr lang="en-US" sz="1400" b="0" i="0" u="none" dirty="0" err="1"/>
            <a:t>đầu</a:t>
          </a:r>
          <a:r>
            <a:rPr lang="en-US" sz="1400" b="0" i="0" u="none" dirty="0"/>
            <a:t> </a:t>
          </a:r>
          <a:r>
            <a:rPr lang="en-US" sz="1400" b="0" i="0" u="none" dirty="0" err="1"/>
            <a:t>khi</a:t>
          </a:r>
          <a:r>
            <a:rPr lang="en-US" sz="1400" b="0" i="0" u="none" dirty="0"/>
            <a:t> </a:t>
          </a:r>
          <a:r>
            <a:rPr lang="en-US" sz="1400" b="0" i="0" u="none" dirty="0" err="1"/>
            <a:t>nhân</a:t>
          </a:r>
          <a:r>
            <a:rPr lang="en-US" sz="1400" b="0" i="0" u="none" dirty="0"/>
            <a:t> </a:t>
          </a:r>
          <a:r>
            <a:rPr lang="en-US" sz="1400" b="0" i="0" u="none" dirty="0" err="1"/>
            <a:t>viên</a:t>
          </a:r>
          <a:r>
            <a:rPr lang="en-US" sz="1400" b="0" i="0" u="none" dirty="0"/>
            <a:t> </a:t>
          </a:r>
          <a:r>
            <a:rPr lang="en-US" sz="1400" b="0" i="0" u="none" dirty="0" err="1"/>
            <a:t>chọn</a:t>
          </a:r>
          <a:r>
            <a:rPr lang="en-US" sz="1400" b="0" i="0" u="none" dirty="0"/>
            <a:t> </a:t>
          </a:r>
          <a:r>
            <a:rPr lang="en-US" sz="1400" b="0" i="0" u="none" dirty="0" err="1"/>
            <a:t>mục</a:t>
          </a:r>
          <a:r>
            <a:rPr lang="en-US" sz="1400" b="0" i="0" u="none" dirty="0"/>
            <a:t> </a:t>
          </a:r>
          <a:r>
            <a:rPr lang="en-US" sz="1400" b="0" i="0" u="none" dirty="0" err="1"/>
            <a:t>đăng</a:t>
          </a:r>
          <a:r>
            <a:rPr lang="en-US" sz="1400" b="0" i="0" u="none" dirty="0"/>
            <a:t> </a:t>
          </a:r>
          <a:r>
            <a:rPr lang="en-US" sz="1400" b="0" i="0" u="none" dirty="0" err="1"/>
            <a:t>ký</a:t>
          </a:r>
          <a:r>
            <a:rPr lang="en-US" sz="1400" b="0" i="0" u="none" dirty="0"/>
            <a:t> </a:t>
          </a:r>
          <a:r>
            <a:rPr lang="en-US" sz="1400" b="0" i="0" u="none" dirty="0" err="1"/>
            <a:t>lịch</a:t>
          </a:r>
          <a:r>
            <a:rPr lang="en-US" sz="1400" b="0" i="0" u="none" dirty="0"/>
            <a:t> </a:t>
          </a:r>
          <a:r>
            <a:rPr lang="en-US" sz="1400" b="0" i="0" u="none" dirty="0" err="1"/>
            <a:t>làm</a:t>
          </a:r>
          <a:endParaRPr lang="en-US" sz="1400" b="1" dirty="0">
            <a:solidFill>
              <a:schemeClr val="tx1">
                <a:lumMod val="75000"/>
                <a:lumOff val="25000"/>
              </a:schemeClr>
            </a:solidFill>
            <a:effectLst/>
            <a:latin typeface="+mj-lt"/>
          </a:endParaRPr>
        </a:p>
      </dgm:t>
    </dgm:pt>
    <dgm:pt modelId="{7A0BD8EC-BB4A-4912-A54E-6F39B681264E}" type="parTrans" cxnId="{AE101ABC-7EA3-4444-A576-8AB15A371C84}">
      <dgm:prSet/>
      <dgm:spPr/>
      <dgm:t>
        <a:bodyPr/>
        <a:lstStyle/>
        <a:p>
          <a:pPr>
            <a:lnSpc>
              <a:spcPct val="100000"/>
            </a:lnSpc>
          </a:pPr>
          <a:endParaRPr lang="en-US" sz="1800" b="0">
            <a:solidFill>
              <a:schemeClr val="tx1">
                <a:lumMod val="75000"/>
                <a:lumOff val="25000"/>
              </a:schemeClr>
            </a:solidFill>
            <a:effectLst/>
          </a:endParaRPr>
        </a:p>
      </dgm:t>
    </dgm:pt>
    <dgm:pt modelId="{7A8D4B4D-06E9-4958-810D-A6226B6AC588}" type="sibTrans" cxnId="{AE101ABC-7EA3-4444-A576-8AB15A371C84}">
      <dgm:prSet/>
      <dgm:spPr/>
      <dgm:t>
        <a:bodyPr/>
        <a:lstStyle/>
        <a:p>
          <a:pPr>
            <a:lnSpc>
              <a:spcPct val="100000"/>
            </a:lnSpc>
          </a:pPr>
          <a:endParaRPr lang="en-US" sz="1800" b="0">
            <a:solidFill>
              <a:schemeClr val="tx1">
                <a:lumMod val="75000"/>
                <a:lumOff val="25000"/>
              </a:schemeClr>
            </a:solidFill>
            <a:effectLst/>
          </a:endParaRPr>
        </a:p>
      </dgm:t>
    </dgm:pt>
    <dgm:pt modelId="{D71FC021-6A65-44D1-95B9-0E6C89079866}">
      <dgm:prSet phldrT="[Text]" custT="1"/>
      <dgm:spPr/>
      <dgm:t>
        <a:bodyPr/>
        <a:lstStyle/>
        <a:p>
          <a:pPr marL="17463" indent="0">
            <a:lnSpc>
              <a:spcPct val="100000"/>
            </a:lnSpc>
            <a:buNone/>
            <a:tabLst/>
          </a:pPr>
          <a:r>
            <a:rPr lang="en-US" sz="1400" b="0" i="0" u="none" dirty="0" err="1"/>
            <a:t>Nhân</a:t>
          </a:r>
          <a:r>
            <a:rPr lang="en-US" sz="1400" b="0" i="0" u="none" dirty="0"/>
            <a:t> </a:t>
          </a:r>
          <a:r>
            <a:rPr lang="en-US" sz="1400" b="0" i="0" u="none" dirty="0" err="1"/>
            <a:t>viên</a:t>
          </a:r>
          <a:r>
            <a:rPr lang="en-US" sz="1400" b="0" i="0" u="none" dirty="0"/>
            <a:t> </a:t>
          </a:r>
          <a:r>
            <a:rPr lang="en-US" sz="1400" b="0" i="0" u="none" dirty="0" err="1"/>
            <a:t>chọn</a:t>
          </a:r>
          <a:r>
            <a:rPr lang="en-US" sz="1400" b="0" i="0" u="none" dirty="0"/>
            <a:t> ca </a:t>
          </a:r>
          <a:r>
            <a:rPr lang="en-US" sz="1400" b="0" i="0" u="none" dirty="0" err="1"/>
            <a:t>làm</a:t>
          </a:r>
          <a:r>
            <a:rPr lang="en-US" sz="1400" b="0" i="0" u="none" dirty="0"/>
            <a:t> </a:t>
          </a:r>
          <a:r>
            <a:rPr lang="en-US" sz="1400" b="0" i="0" u="none" dirty="0" err="1"/>
            <a:t>mong</a:t>
          </a:r>
          <a:r>
            <a:rPr lang="en-US" sz="1400" b="0" i="0" u="none" dirty="0"/>
            <a:t> </a:t>
          </a:r>
          <a:r>
            <a:rPr lang="en-US" sz="1400" b="0" i="0" u="none" dirty="0" err="1"/>
            <a:t>muốn</a:t>
          </a:r>
          <a:endParaRPr lang="en-US" sz="1400" b="1" dirty="0">
            <a:solidFill>
              <a:schemeClr val="tx1">
                <a:lumMod val="75000"/>
                <a:lumOff val="25000"/>
              </a:schemeClr>
            </a:solidFill>
            <a:effectLst/>
            <a:latin typeface="+mj-lt"/>
          </a:endParaRPr>
        </a:p>
      </dgm:t>
    </dgm:pt>
    <dgm:pt modelId="{862AAE39-3AAD-40E3-BA20-90187BD73242}" type="parTrans" cxnId="{53239C96-427C-420B-95DC-546F3B30ED65}">
      <dgm:prSet/>
      <dgm:spPr/>
      <dgm:t>
        <a:bodyPr/>
        <a:lstStyle/>
        <a:p>
          <a:pPr>
            <a:lnSpc>
              <a:spcPct val="100000"/>
            </a:lnSpc>
          </a:pPr>
          <a:endParaRPr lang="en-US" sz="1800" b="0">
            <a:solidFill>
              <a:schemeClr val="tx1">
                <a:lumMod val="75000"/>
                <a:lumOff val="25000"/>
              </a:schemeClr>
            </a:solidFill>
            <a:effectLst/>
          </a:endParaRPr>
        </a:p>
      </dgm:t>
    </dgm:pt>
    <dgm:pt modelId="{9B090D9D-470E-46E2-AABB-0368A52481AA}" type="sibTrans" cxnId="{53239C96-427C-420B-95DC-546F3B30ED65}">
      <dgm:prSet/>
      <dgm:spPr/>
      <dgm:t>
        <a:bodyPr/>
        <a:lstStyle/>
        <a:p>
          <a:pPr>
            <a:lnSpc>
              <a:spcPct val="100000"/>
            </a:lnSpc>
          </a:pPr>
          <a:endParaRPr lang="en-US" sz="1800" b="0">
            <a:solidFill>
              <a:schemeClr val="tx1">
                <a:lumMod val="75000"/>
                <a:lumOff val="25000"/>
              </a:schemeClr>
            </a:solidFill>
            <a:effectLst/>
          </a:endParaRPr>
        </a:p>
      </dgm:t>
    </dgm:pt>
    <dgm:pt modelId="{D07AD3FD-84FF-467E-9693-752776549C61}">
      <dgm:prSet phldrT="[Text]" custT="1"/>
      <dgm:spPr/>
      <dgm:t>
        <a:bodyPr/>
        <a:lstStyle/>
        <a:p>
          <a:pPr marL="17463" indent="-17463">
            <a:lnSpc>
              <a:spcPct val="100000"/>
            </a:lnSpc>
            <a:buNone/>
            <a:tabLst/>
          </a:pPr>
          <a:r>
            <a:rPr lang="vi-VN" sz="1400" b="0" i="0" u="none" dirty="0"/>
            <a:t>Hệ thống đưa ra các thông tin về ca làm (thời gian, vị trí)</a:t>
          </a:r>
          <a:endParaRPr lang="en-US" sz="1400" b="1" dirty="0">
            <a:solidFill>
              <a:schemeClr val="tx1">
                <a:lumMod val="75000"/>
                <a:lumOff val="25000"/>
              </a:schemeClr>
            </a:solidFill>
            <a:effectLst/>
            <a:latin typeface="+mj-lt"/>
          </a:endParaRPr>
        </a:p>
      </dgm:t>
    </dgm:pt>
    <dgm:pt modelId="{A8C9B7A9-BC2A-4753-B7F0-F2E361D95520}" type="sibTrans" cxnId="{55492768-9A5E-4F74-AC7C-959C5C24EFD3}">
      <dgm:prSet/>
      <dgm:spPr/>
      <dgm:t>
        <a:bodyPr/>
        <a:lstStyle/>
        <a:p>
          <a:pPr>
            <a:lnSpc>
              <a:spcPct val="100000"/>
            </a:lnSpc>
          </a:pPr>
          <a:endParaRPr lang="en-US" sz="1800" b="0">
            <a:solidFill>
              <a:schemeClr val="tx1">
                <a:lumMod val="75000"/>
                <a:lumOff val="25000"/>
              </a:schemeClr>
            </a:solidFill>
            <a:effectLst/>
          </a:endParaRPr>
        </a:p>
      </dgm:t>
    </dgm:pt>
    <dgm:pt modelId="{7B691773-F524-4FAD-A272-BDF0B0C4370A}" type="parTrans" cxnId="{55492768-9A5E-4F74-AC7C-959C5C24EFD3}">
      <dgm:prSet/>
      <dgm:spPr/>
      <dgm:t>
        <a:bodyPr/>
        <a:lstStyle/>
        <a:p>
          <a:pPr>
            <a:lnSpc>
              <a:spcPct val="100000"/>
            </a:lnSpc>
          </a:pPr>
          <a:endParaRPr lang="en-US" sz="1800" b="0">
            <a:solidFill>
              <a:schemeClr val="tx1">
                <a:lumMod val="75000"/>
                <a:lumOff val="25000"/>
              </a:schemeClr>
            </a:solidFill>
            <a:effectLst/>
          </a:endParaRPr>
        </a:p>
      </dgm:t>
    </dgm:pt>
    <dgm:pt modelId="{32CCB050-072A-41BF-BE1B-388CF53E5629}">
      <dgm:prSet custT="1"/>
      <dgm:spPr/>
      <dgm:t>
        <a:bodyPr/>
        <a:lstStyle/>
        <a:p>
          <a:pPr>
            <a:lnSpc>
              <a:spcPct val="100000"/>
            </a:lnSpc>
          </a:pPr>
          <a:r>
            <a:rPr lang="vi-VN" sz="1400" b="0" i="0" u="none" dirty="0"/>
            <a:t>Hệ thống xác nhận lựa chọn và lưu vào CSDL</a:t>
          </a:r>
          <a:endParaRPr lang="ru-RU" sz="1400" b="1" dirty="0">
            <a:solidFill>
              <a:schemeClr val="tx1">
                <a:lumMod val="75000"/>
                <a:lumOff val="25000"/>
              </a:schemeClr>
            </a:solidFill>
            <a:effectLst/>
            <a:latin typeface="+mj-lt"/>
          </a:endParaRPr>
        </a:p>
      </dgm:t>
    </dgm:pt>
    <dgm:pt modelId="{B301371B-A53D-4B79-8B8D-7B304894442B}" type="parTrans" cxnId="{042E0AE1-6450-410A-B96E-AFBADB139BEA}">
      <dgm:prSet/>
      <dgm:spPr/>
      <dgm:t>
        <a:bodyPr/>
        <a:lstStyle/>
        <a:p>
          <a:pPr>
            <a:lnSpc>
              <a:spcPct val="100000"/>
            </a:lnSpc>
          </a:pPr>
          <a:endParaRPr lang="ru-RU" sz="1800" b="0">
            <a:solidFill>
              <a:schemeClr val="tx1">
                <a:lumMod val="75000"/>
                <a:lumOff val="25000"/>
              </a:schemeClr>
            </a:solidFill>
            <a:effectLst/>
          </a:endParaRPr>
        </a:p>
      </dgm:t>
    </dgm:pt>
    <dgm:pt modelId="{BF05D8EE-4413-4737-8721-DAF10D6CAB04}" type="sibTrans" cxnId="{042E0AE1-6450-410A-B96E-AFBADB139BEA}">
      <dgm:prSet/>
      <dgm:spPr/>
      <dgm:t>
        <a:bodyPr/>
        <a:lstStyle/>
        <a:p>
          <a:pPr>
            <a:lnSpc>
              <a:spcPct val="100000"/>
            </a:lnSpc>
          </a:pPr>
          <a:endParaRPr lang="ru-RU" sz="1800" b="0">
            <a:solidFill>
              <a:schemeClr val="tx1">
                <a:lumMod val="75000"/>
                <a:lumOff val="25000"/>
              </a:schemeClr>
            </a:solidFill>
            <a:effectLst/>
          </a:endParaRPr>
        </a:p>
      </dgm:t>
    </dgm:pt>
    <dgm:pt modelId="{9E838AE2-4659-4603-ABC8-58DF4222C0D4}">
      <dgm:prSet custT="1"/>
      <dgm:spPr/>
      <dgm:t>
        <a:bodyPr/>
        <a:lstStyle/>
        <a:p>
          <a:pPr>
            <a:lnSpc>
              <a:spcPct val="100000"/>
            </a:lnSpc>
          </a:pPr>
          <a:endParaRPr lang="ru-RU" sz="1400" b="1" dirty="0">
            <a:solidFill>
              <a:schemeClr val="tx1">
                <a:lumMod val="75000"/>
                <a:lumOff val="25000"/>
              </a:schemeClr>
            </a:solidFill>
            <a:effectLst/>
            <a:latin typeface="+mj-lt"/>
          </a:endParaRPr>
        </a:p>
      </dgm:t>
    </dgm:pt>
    <dgm:pt modelId="{5FC53805-9431-4BC8-ADB9-DABF59DE31C7}" type="parTrans" cxnId="{CF54291C-AAFD-4FA4-9A16-20CE892BA907}">
      <dgm:prSet/>
      <dgm:spPr/>
      <dgm:t>
        <a:bodyPr/>
        <a:lstStyle/>
        <a:p>
          <a:pPr>
            <a:lnSpc>
              <a:spcPct val="100000"/>
            </a:lnSpc>
          </a:pPr>
          <a:endParaRPr lang="ru-RU" sz="1800" b="0">
            <a:solidFill>
              <a:schemeClr val="tx1">
                <a:lumMod val="75000"/>
                <a:lumOff val="25000"/>
              </a:schemeClr>
            </a:solidFill>
            <a:effectLst/>
          </a:endParaRPr>
        </a:p>
      </dgm:t>
    </dgm:pt>
    <dgm:pt modelId="{61F1BCD3-232D-4C03-B56C-182BCB6108CD}" type="sibTrans" cxnId="{CF54291C-AAFD-4FA4-9A16-20CE892BA907}">
      <dgm:prSet/>
      <dgm:spPr/>
      <dgm:t>
        <a:bodyPr/>
        <a:lstStyle/>
        <a:p>
          <a:pPr>
            <a:lnSpc>
              <a:spcPct val="100000"/>
            </a:lnSpc>
          </a:pPr>
          <a:endParaRPr lang="ru-RU" sz="1800" b="0">
            <a:solidFill>
              <a:schemeClr val="tx1">
                <a:lumMod val="75000"/>
                <a:lumOff val="25000"/>
              </a:schemeClr>
            </a:solidFill>
            <a:effectLst/>
          </a:endParaRPr>
        </a:p>
      </dgm:t>
    </dgm:pt>
    <dgm:pt modelId="{979E43FF-12CB-ED49-8959-325E1A9E21E8}" type="pres">
      <dgm:prSet presAssocID="{55C0B14E-AEA6-48D3-A387-ED4A3A3BF840}" presName="Name0" presStyleCnt="0">
        <dgm:presLayoutVars>
          <dgm:dir/>
          <dgm:resizeHandles val="exact"/>
        </dgm:presLayoutVars>
      </dgm:prSet>
      <dgm:spPr/>
      <dgm:t>
        <a:bodyPr/>
        <a:lstStyle/>
        <a:p>
          <a:endParaRPr lang="en-US"/>
        </a:p>
      </dgm:t>
    </dgm:pt>
    <dgm:pt modelId="{3754F309-1559-6442-8699-F936A65F97CA}" type="pres">
      <dgm:prSet presAssocID="{55C0B14E-AEA6-48D3-A387-ED4A3A3BF840}" presName="arrow" presStyleLbl="bgShp" presStyleIdx="0" presStyleCnt="1" custScaleY="45311"/>
      <dgm:spPr>
        <a:solidFill>
          <a:schemeClr val="bg1">
            <a:lumMod val="95000"/>
          </a:schemeClr>
        </a:solidFill>
      </dgm:spPr>
    </dgm:pt>
    <dgm:pt modelId="{312902CF-7F5D-0B49-B3FE-568A87BF4EE4}" type="pres">
      <dgm:prSet presAssocID="{55C0B14E-AEA6-48D3-A387-ED4A3A3BF840}" presName="points" presStyleCnt="0"/>
      <dgm:spPr/>
    </dgm:pt>
    <dgm:pt modelId="{7CAA598B-5AE2-814C-8895-73F0FC0D02AE}" type="pres">
      <dgm:prSet presAssocID="{AACEAFD5-63CF-4AFC-B46F-BE086C5D447C}" presName="compositeA" presStyleCnt="0"/>
      <dgm:spPr/>
    </dgm:pt>
    <dgm:pt modelId="{372828CF-3339-E44A-BBB6-2086036C9488}" type="pres">
      <dgm:prSet presAssocID="{AACEAFD5-63CF-4AFC-B46F-BE086C5D447C}" presName="textA" presStyleLbl="revTx" presStyleIdx="0" presStyleCnt="5" custScaleX="183620">
        <dgm:presLayoutVars>
          <dgm:bulletEnabled val="1"/>
        </dgm:presLayoutVars>
      </dgm:prSet>
      <dgm:spPr/>
      <dgm:t>
        <a:bodyPr/>
        <a:lstStyle/>
        <a:p>
          <a:endParaRPr lang="en-US"/>
        </a:p>
      </dgm:t>
    </dgm:pt>
    <dgm:pt modelId="{A238071D-27EE-944C-AC00-AA0D602D331A}" type="pres">
      <dgm:prSet presAssocID="{AACEAFD5-63CF-4AFC-B46F-BE086C5D447C}" presName="circleA" presStyleLbl="node1" presStyleIdx="0" presStyleCnt="5"/>
      <dgm:spPr/>
    </dgm:pt>
    <dgm:pt modelId="{BECFCCEE-6D6F-F147-BE7E-FBD11FF42EAD}" type="pres">
      <dgm:prSet presAssocID="{AACEAFD5-63CF-4AFC-B46F-BE086C5D447C}" presName="spaceA" presStyleCnt="0"/>
      <dgm:spPr/>
    </dgm:pt>
    <dgm:pt modelId="{89586766-7512-7242-BC25-F8A2A8E6DC16}" type="pres">
      <dgm:prSet presAssocID="{7A8D4B4D-06E9-4958-810D-A6226B6AC588}" presName="space" presStyleCnt="0"/>
      <dgm:spPr/>
    </dgm:pt>
    <dgm:pt modelId="{F0FA847F-9671-4A4D-986D-259D97875668}" type="pres">
      <dgm:prSet presAssocID="{D07AD3FD-84FF-467E-9693-752776549C61}" presName="compositeB" presStyleCnt="0"/>
      <dgm:spPr/>
    </dgm:pt>
    <dgm:pt modelId="{66C3B005-1F82-8E46-986A-D7F66A3A11C5}" type="pres">
      <dgm:prSet presAssocID="{D07AD3FD-84FF-467E-9693-752776549C61}" presName="textB" presStyleLbl="revTx" presStyleIdx="1" presStyleCnt="5" custScaleX="184796">
        <dgm:presLayoutVars>
          <dgm:bulletEnabled val="1"/>
        </dgm:presLayoutVars>
      </dgm:prSet>
      <dgm:spPr/>
      <dgm:t>
        <a:bodyPr/>
        <a:lstStyle/>
        <a:p>
          <a:endParaRPr lang="en-US"/>
        </a:p>
      </dgm:t>
    </dgm:pt>
    <dgm:pt modelId="{E003598C-A77C-E647-AC67-202397C7C2C6}" type="pres">
      <dgm:prSet presAssocID="{D07AD3FD-84FF-467E-9693-752776549C61}" presName="circleB" presStyleLbl="node1" presStyleIdx="1" presStyleCnt="5"/>
      <dgm:spPr/>
    </dgm:pt>
    <dgm:pt modelId="{EE52B993-9278-8646-B454-15C4F5F8C682}" type="pres">
      <dgm:prSet presAssocID="{D07AD3FD-84FF-467E-9693-752776549C61}" presName="spaceB" presStyleCnt="0"/>
      <dgm:spPr/>
    </dgm:pt>
    <dgm:pt modelId="{EC4C393F-83F2-044A-B85A-B4A3B578CAAD}" type="pres">
      <dgm:prSet presAssocID="{A8C9B7A9-BC2A-4753-B7F0-F2E361D95520}" presName="space" presStyleCnt="0"/>
      <dgm:spPr/>
    </dgm:pt>
    <dgm:pt modelId="{13297FFB-E45E-F34B-9908-34A907476E6C}" type="pres">
      <dgm:prSet presAssocID="{D71FC021-6A65-44D1-95B9-0E6C89079866}" presName="compositeA" presStyleCnt="0"/>
      <dgm:spPr/>
    </dgm:pt>
    <dgm:pt modelId="{E093F839-D107-C147-91A7-BF591A6B37F1}" type="pres">
      <dgm:prSet presAssocID="{D71FC021-6A65-44D1-95B9-0E6C89079866}" presName="textA" presStyleLbl="revTx" presStyleIdx="2" presStyleCnt="5" custScaleX="156818">
        <dgm:presLayoutVars>
          <dgm:bulletEnabled val="1"/>
        </dgm:presLayoutVars>
      </dgm:prSet>
      <dgm:spPr/>
      <dgm:t>
        <a:bodyPr/>
        <a:lstStyle/>
        <a:p>
          <a:endParaRPr lang="en-US"/>
        </a:p>
      </dgm:t>
    </dgm:pt>
    <dgm:pt modelId="{164A0F39-72C5-6C47-BD7E-D85A1B7BF6C9}" type="pres">
      <dgm:prSet presAssocID="{D71FC021-6A65-44D1-95B9-0E6C89079866}" presName="circleA" presStyleLbl="node1" presStyleIdx="2" presStyleCnt="5"/>
      <dgm:spPr/>
    </dgm:pt>
    <dgm:pt modelId="{E3993F29-0D14-D447-8668-E1B7850A37B6}" type="pres">
      <dgm:prSet presAssocID="{D71FC021-6A65-44D1-95B9-0E6C89079866}" presName="spaceA" presStyleCnt="0"/>
      <dgm:spPr/>
    </dgm:pt>
    <dgm:pt modelId="{CDF4B581-195F-1742-8878-AA3970849ADB}" type="pres">
      <dgm:prSet presAssocID="{9B090D9D-470E-46E2-AABB-0368A52481AA}" presName="space" presStyleCnt="0"/>
      <dgm:spPr/>
    </dgm:pt>
    <dgm:pt modelId="{B4932A9D-1A61-E94D-8B9F-812126317FC8}" type="pres">
      <dgm:prSet presAssocID="{32CCB050-072A-41BF-BE1B-388CF53E5629}" presName="compositeB" presStyleCnt="0"/>
      <dgm:spPr/>
    </dgm:pt>
    <dgm:pt modelId="{F18596F0-52A6-A143-9BFC-DA068C37DE6F}" type="pres">
      <dgm:prSet presAssocID="{32CCB050-072A-41BF-BE1B-388CF53E5629}" presName="textB" presStyleLbl="revTx" presStyleIdx="3" presStyleCnt="5" custScaleX="248635">
        <dgm:presLayoutVars>
          <dgm:bulletEnabled val="1"/>
        </dgm:presLayoutVars>
      </dgm:prSet>
      <dgm:spPr/>
      <dgm:t>
        <a:bodyPr/>
        <a:lstStyle/>
        <a:p>
          <a:endParaRPr lang="en-US"/>
        </a:p>
      </dgm:t>
    </dgm:pt>
    <dgm:pt modelId="{1501A02B-D4EF-144E-9CF0-602A004680BE}" type="pres">
      <dgm:prSet presAssocID="{32CCB050-072A-41BF-BE1B-388CF53E5629}" presName="circleB" presStyleLbl="node1" presStyleIdx="3" presStyleCnt="5"/>
      <dgm:spPr/>
    </dgm:pt>
    <dgm:pt modelId="{2D9E5D2A-7F10-D84E-A858-85FD944BF8E4}" type="pres">
      <dgm:prSet presAssocID="{32CCB050-072A-41BF-BE1B-388CF53E5629}" presName="spaceB" presStyleCnt="0"/>
      <dgm:spPr/>
    </dgm:pt>
    <dgm:pt modelId="{7B95C6FA-7857-A943-9165-2AAFAB22580C}" type="pres">
      <dgm:prSet presAssocID="{BF05D8EE-4413-4737-8721-DAF10D6CAB04}" presName="space" presStyleCnt="0"/>
      <dgm:spPr/>
    </dgm:pt>
    <dgm:pt modelId="{C1BDF471-A8AB-1D4C-874C-1E128B173605}" type="pres">
      <dgm:prSet presAssocID="{9E838AE2-4659-4603-ABC8-58DF4222C0D4}" presName="compositeA" presStyleCnt="0"/>
      <dgm:spPr/>
    </dgm:pt>
    <dgm:pt modelId="{10F10402-5A89-6540-96F4-099A00D5A2D6}" type="pres">
      <dgm:prSet presAssocID="{9E838AE2-4659-4603-ABC8-58DF4222C0D4}" presName="textA" presStyleLbl="revTx" presStyleIdx="4" presStyleCnt="5">
        <dgm:presLayoutVars>
          <dgm:bulletEnabled val="1"/>
        </dgm:presLayoutVars>
      </dgm:prSet>
      <dgm:spPr/>
      <dgm:t>
        <a:bodyPr/>
        <a:lstStyle/>
        <a:p>
          <a:endParaRPr lang="en-US"/>
        </a:p>
      </dgm:t>
    </dgm:pt>
    <dgm:pt modelId="{C7D1C7BE-CF8B-A24E-8F4A-58F4F4E6CD28}" type="pres">
      <dgm:prSet presAssocID="{9E838AE2-4659-4603-ABC8-58DF4222C0D4}" presName="circleA" presStyleLbl="node1" presStyleIdx="4" presStyleCnt="5" custLinFactX="-20746" custLinFactY="-100000" custLinFactNeighborX="-100000" custLinFactNeighborY="-104170"/>
      <dgm:spPr>
        <a:solidFill>
          <a:schemeClr val="bg1"/>
        </a:solidFill>
        <a:ln>
          <a:noFill/>
        </a:ln>
      </dgm:spPr>
    </dgm:pt>
    <dgm:pt modelId="{D2A3B786-FF2F-3347-8F32-DF3C738BF88A}" type="pres">
      <dgm:prSet presAssocID="{9E838AE2-4659-4603-ABC8-58DF4222C0D4}" presName="spaceA" presStyleCnt="0"/>
      <dgm:spPr/>
    </dgm:pt>
  </dgm:ptLst>
  <dgm:cxnLst>
    <dgm:cxn modelId="{53239C96-427C-420B-95DC-546F3B30ED65}" srcId="{55C0B14E-AEA6-48D3-A387-ED4A3A3BF840}" destId="{D71FC021-6A65-44D1-95B9-0E6C89079866}" srcOrd="2" destOrd="0" parTransId="{862AAE39-3AAD-40E3-BA20-90187BD73242}" sibTransId="{9B090D9D-470E-46E2-AABB-0368A52481AA}"/>
    <dgm:cxn modelId="{CF54291C-AAFD-4FA4-9A16-20CE892BA907}" srcId="{55C0B14E-AEA6-48D3-A387-ED4A3A3BF840}" destId="{9E838AE2-4659-4603-ABC8-58DF4222C0D4}" srcOrd="4" destOrd="0" parTransId="{5FC53805-9431-4BC8-ADB9-DABF59DE31C7}" sibTransId="{61F1BCD3-232D-4C03-B56C-182BCB6108CD}"/>
    <dgm:cxn modelId="{6159EB78-387A-6141-8223-669AB14D9A35}" type="presOf" srcId="{D71FC021-6A65-44D1-95B9-0E6C89079866}" destId="{E093F839-D107-C147-91A7-BF591A6B37F1}" srcOrd="0" destOrd="0" presId="urn:microsoft.com/office/officeart/2005/8/layout/hProcess11"/>
    <dgm:cxn modelId="{E3D50B03-7CAA-0F4A-A3C8-F3B1DBA170DC}" type="presOf" srcId="{32CCB050-072A-41BF-BE1B-388CF53E5629}" destId="{F18596F0-52A6-A143-9BFC-DA068C37DE6F}" srcOrd="0" destOrd="0" presId="urn:microsoft.com/office/officeart/2005/8/layout/hProcess11"/>
    <dgm:cxn modelId="{9FBC3372-F202-D043-9055-43BAD72A8D54}" type="presOf" srcId="{D07AD3FD-84FF-467E-9693-752776549C61}" destId="{66C3B005-1F82-8E46-986A-D7F66A3A11C5}" srcOrd="0" destOrd="0" presId="urn:microsoft.com/office/officeart/2005/8/layout/hProcess11"/>
    <dgm:cxn modelId="{AE101ABC-7EA3-4444-A576-8AB15A371C84}" srcId="{55C0B14E-AEA6-48D3-A387-ED4A3A3BF840}" destId="{AACEAFD5-63CF-4AFC-B46F-BE086C5D447C}" srcOrd="0" destOrd="0" parTransId="{7A0BD8EC-BB4A-4912-A54E-6F39B681264E}" sibTransId="{7A8D4B4D-06E9-4958-810D-A6226B6AC588}"/>
    <dgm:cxn modelId="{3099B7C2-7E56-9C44-9F22-55A437E5E1DF}" type="presOf" srcId="{55C0B14E-AEA6-48D3-A387-ED4A3A3BF840}" destId="{979E43FF-12CB-ED49-8959-325E1A9E21E8}" srcOrd="0" destOrd="0" presId="urn:microsoft.com/office/officeart/2005/8/layout/hProcess11"/>
    <dgm:cxn modelId="{1F92E5B2-6CA3-B740-8CEA-ABC194B07CE5}" type="presOf" srcId="{9E838AE2-4659-4603-ABC8-58DF4222C0D4}" destId="{10F10402-5A89-6540-96F4-099A00D5A2D6}" srcOrd="0" destOrd="0" presId="urn:microsoft.com/office/officeart/2005/8/layout/hProcess11"/>
    <dgm:cxn modelId="{042E0AE1-6450-410A-B96E-AFBADB139BEA}" srcId="{55C0B14E-AEA6-48D3-A387-ED4A3A3BF840}" destId="{32CCB050-072A-41BF-BE1B-388CF53E5629}" srcOrd="3" destOrd="0" parTransId="{B301371B-A53D-4B79-8B8D-7B304894442B}" sibTransId="{BF05D8EE-4413-4737-8721-DAF10D6CAB04}"/>
    <dgm:cxn modelId="{55492768-9A5E-4F74-AC7C-959C5C24EFD3}" srcId="{55C0B14E-AEA6-48D3-A387-ED4A3A3BF840}" destId="{D07AD3FD-84FF-467E-9693-752776549C61}" srcOrd="1" destOrd="0" parTransId="{7B691773-F524-4FAD-A272-BDF0B0C4370A}" sibTransId="{A8C9B7A9-BC2A-4753-B7F0-F2E361D95520}"/>
    <dgm:cxn modelId="{128D0C97-47A2-4444-BE4E-EF716AA05109}" type="presOf" srcId="{AACEAFD5-63CF-4AFC-B46F-BE086C5D447C}" destId="{372828CF-3339-E44A-BBB6-2086036C9488}" srcOrd="0" destOrd="0" presId="urn:microsoft.com/office/officeart/2005/8/layout/hProcess11"/>
    <dgm:cxn modelId="{8DB1E629-70B5-F14A-8934-559A2686B302}" type="presParOf" srcId="{979E43FF-12CB-ED49-8959-325E1A9E21E8}" destId="{3754F309-1559-6442-8699-F936A65F97CA}" srcOrd="0" destOrd="0" presId="urn:microsoft.com/office/officeart/2005/8/layout/hProcess11"/>
    <dgm:cxn modelId="{8B438C6A-ACA1-B94F-8C5F-1C14FA63B9F7}" type="presParOf" srcId="{979E43FF-12CB-ED49-8959-325E1A9E21E8}" destId="{312902CF-7F5D-0B49-B3FE-568A87BF4EE4}" srcOrd="1" destOrd="0" presId="urn:microsoft.com/office/officeart/2005/8/layout/hProcess11"/>
    <dgm:cxn modelId="{AF0E93DD-423D-C54D-BFE9-C7CDF83C0E2F}" type="presParOf" srcId="{312902CF-7F5D-0B49-B3FE-568A87BF4EE4}" destId="{7CAA598B-5AE2-814C-8895-73F0FC0D02AE}" srcOrd="0" destOrd="0" presId="urn:microsoft.com/office/officeart/2005/8/layout/hProcess11"/>
    <dgm:cxn modelId="{273CEF30-A5AD-E04D-B0D5-D59D4A96664C}" type="presParOf" srcId="{7CAA598B-5AE2-814C-8895-73F0FC0D02AE}" destId="{372828CF-3339-E44A-BBB6-2086036C9488}" srcOrd="0" destOrd="0" presId="urn:microsoft.com/office/officeart/2005/8/layout/hProcess11"/>
    <dgm:cxn modelId="{4968D800-4572-7344-A24A-C44CAAA944B1}" type="presParOf" srcId="{7CAA598B-5AE2-814C-8895-73F0FC0D02AE}" destId="{A238071D-27EE-944C-AC00-AA0D602D331A}" srcOrd="1" destOrd="0" presId="urn:microsoft.com/office/officeart/2005/8/layout/hProcess11"/>
    <dgm:cxn modelId="{F3685BBF-CBDC-CE43-934C-9773B3691846}" type="presParOf" srcId="{7CAA598B-5AE2-814C-8895-73F0FC0D02AE}" destId="{BECFCCEE-6D6F-F147-BE7E-FBD11FF42EAD}" srcOrd="2" destOrd="0" presId="urn:microsoft.com/office/officeart/2005/8/layout/hProcess11"/>
    <dgm:cxn modelId="{16EAB8D8-EC66-D842-BE68-75A923DE3F4F}" type="presParOf" srcId="{312902CF-7F5D-0B49-B3FE-568A87BF4EE4}" destId="{89586766-7512-7242-BC25-F8A2A8E6DC16}" srcOrd="1" destOrd="0" presId="urn:microsoft.com/office/officeart/2005/8/layout/hProcess11"/>
    <dgm:cxn modelId="{16CC6C88-C4A7-C843-86B6-D7D1194241EC}" type="presParOf" srcId="{312902CF-7F5D-0B49-B3FE-568A87BF4EE4}" destId="{F0FA847F-9671-4A4D-986D-259D97875668}" srcOrd="2" destOrd="0" presId="urn:microsoft.com/office/officeart/2005/8/layout/hProcess11"/>
    <dgm:cxn modelId="{B7D22B24-6342-BA43-AFF6-6BE6E85ADCE4}" type="presParOf" srcId="{F0FA847F-9671-4A4D-986D-259D97875668}" destId="{66C3B005-1F82-8E46-986A-D7F66A3A11C5}" srcOrd="0" destOrd="0" presId="urn:microsoft.com/office/officeart/2005/8/layout/hProcess11"/>
    <dgm:cxn modelId="{6C1981FF-9BF4-6B43-B119-A40C174EF410}" type="presParOf" srcId="{F0FA847F-9671-4A4D-986D-259D97875668}" destId="{E003598C-A77C-E647-AC67-202397C7C2C6}" srcOrd="1" destOrd="0" presId="urn:microsoft.com/office/officeart/2005/8/layout/hProcess11"/>
    <dgm:cxn modelId="{F5A105D7-D607-714C-AABA-4B74B5E41317}" type="presParOf" srcId="{F0FA847F-9671-4A4D-986D-259D97875668}" destId="{EE52B993-9278-8646-B454-15C4F5F8C682}" srcOrd="2" destOrd="0" presId="urn:microsoft.com/office/officeart/2005/8/layout/hProcess11"/>
    <dgm:cxn modelId="{212FECA4-A57A-0442-A10B-99AE1D791480}" type="presParOf" srcId="{312902CF-7F5D-0B49-B3FE-568A87BF4EE4}" destId="{EC4C393F-83F2-044A-B85A-B4A3B578CAAD}" srcOrd="3" destOrd="0" presId="urn:microsoft.com/office/officeart/2005/8/layout/hProcess11"/>
    <dgm:cxn modelId="{9CB87072-BB02-7540-96A9-F95A9C3EF9E1}" type="presParOf" srcId="{312902CF-7F5D-0B49-B3FE-568A87BF4EE4}" destId="{13297FFB-E45E-F34B-9908-34A907476E6C}" srcOrd="4" destOrd="0" presId="urn:microsoft.com/office/officeart/2005/8/layout/hProcess11"/>
    <dgm:cxn modelId="{9FFA598F-1314-CC4E-8EA8-2F0A0F350DB7}" type="presParOf" srcId="{13297FFB-E45E-F34B-9908-34A907476E6C}" destId="{E093F839-D107-C147-91A7-BF591A6B37F1}" srcOrd="0" destOrd="0" presId="urn:microsoft.com/office/officeart/2005/8/layout/hProcess11"/>
    <dgm:cxn modelId="{2C1DEA51-BF16-EB46-A9D4-0C897F5ADCF4}" type="presParOf" srcId="{13297FFB-E45E-F34B-9908-34A907476E6C}" destId="{164A0F39-72C5-6C47-BD7E-D85A1B7BF6C9}" srcOrd="1" destOrd="0" presId="urn:microsoft.com/office/officeart/2005/8/layout/hProcess11"/>
    <dgm:cxn modelId="{2E3A6EA0-AAF8-6C49-A912-AB77BF830EC7}" type="presParOf" srcId="{13297FFB-E45E-F34B-9908-34A907476E6C}" destId="{E3993F29-0D14-D447-8668-E1B7850A37B6}" srcOrd="2" destOrd="0" presId="urn:microsoft.com/office/officeart/2005/8/layout/hProcess11"/>
    <dgm:cxn modelId="{CA905AB8-A652-0E4A-9AD1-99DAEEB05A6A}" type="presParOf" srcId="{312902CF-7F5D-0B49-B3FE-568A87BF4EE4}" destId="{CDF4B581-195F-1742-8878-AA3970849ADB}" srcOrd="5" destOrd="0" presId="urn:microsoft.com/office/officeart/2005/8/layout/hProcess11"/>
    <dgm:cxn modelId="{911F52CA-B30A-C347-9A49-338EEA3EFFFE}" type="presParOf" srcId="{312902CF-7F5D-0B49-B3FE-568A87BF4EE4}" destId="{B4932A9D-1A61-E94D-8B9F-812126317FC8}" srcOrd="6" destOrd="0" presId="urn:microsoft.com/office/officeart/2005/8/layout/hProcess11"/>
    <dgm:cxn modelId="{A76AD246-B672-E045-BFDA-9A43C9763A6D}" type="presParOf" srcId="{B4932A9D-1A61-E94D-8B9F-812126317FC8}" destId="{F18596F0-52A6-A143-9BFC-DA068C37DE6F}" srcOrd="0" destOrd="0" presId="urn:microsoft.com/office/officeart/2005/8/layout/hProcess11"/>
    <dgm:cxn modelId="{0A7EF4D7-E0AC-EE42-BFD9-763F47B8FDB9}" type="presParOf" srcId="{B4932A9D-1A61-E94D-8B9F-812126317FC8}" destId="{1501A02B-D4EF-144E-9CF0-602A004680BE}" srcOrd="1" destOrd="0" presId="urn:microsoft.com/office/officeart/2005/8/layout/hProcess11"/>
    <dgm:cxn modelId="{80ACC028-54C4-D847-887A-13AEF449A191}" type="presParOf" srcId="{B4932A9D-1A61-E94D-8B9F-812126317FC8}" destId="{2D9E5D2A-7F10-D84E-A858-85FD944BF8E4}" srcOrd="2" destOrd="0" presId="urn:microsoft.com/office/officeart/2005/8/layout/hProcess11"/>
    <dgm:cxn modelId="{09288F11-993F-D641-948D-B4D5BB340C8F}" type="presParOf" srcId="{312902CF-7F5D-0B49-B3FE-568A87BF4EE4}" destId="{7B95C6FA-7857-A943-9165-2AAFAB22580C}" srcOrd="7" destOrd="0" presId="urn:microsoft.com/office/officeart/2005/8/layout/hProcess11"/>
    <dgm:cxn modelId="{1660E60A-8611-074B-9091-28BAB2770DF5}" type="presParOf" srcId="{312902CF-7F5D-0B49-B3FE-568A87BF4EE4}" destId="{C1BDF471-A8AB-1D4C-874C-1E128B173605}" srcOrd="8" destOrd="0" presId="urn:microsoft.com/office/officeart/2005/8/layout/hProcess11"/>
    <dgm:cxn modelId="{DCDAEAB7-ABCE-0B48-8909-B859313D92C2}" type="presParOf" srcId="{C1BDF471-A8AB-1D4C-874C-1E128B173605}" destId="{10F10402-5A89-6540-96F4-099A00D5A2D6}" srcOrd="0" destOrd="0" presId="urn:microsoft.com/office/officeart/2005/8/layout/hProcess11"/>
    <dgm:cxn modelId="{2B18B5AE-48BC-1141-BF94-E6EBF9C31BD2}" type="presParOf" srcId="{C1BDF471-A8AB-1D4C-874C-1E128B173605}" destId="{C7D1C7BE-CF8B-A24E-8F4A-58F4F4E6CD28}" srcOrd="1" destOrd="0" presId="urn:microsoft.com/office/officeart/2005/8/layout/hProcess11"/>
    <dgm:cxn modelId="{053D4CAF-FC38-9F49-8C36-98633D3A0E58}" type="presParOf" srcId="{C1BDF471-A8AB-1D4C-874C-1E128B173605}" destId="{D2A3B786-FF2F-3347-8F32-DF3C738BF88A}"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4F98948-3320-4B7F-80FB-AB1137B5078B}" type="doc">
      <dgm:prSet loTypeId="urn:microsoft.com/office/officeart/2005/8/layout/venn3" loCatId="icon" qsTypeId="urn:microsoft.com/office/officeart/2005/8/quickstyle/simple1" qsCatId="simple" csTypeId="urn:microsoft.com/office/officeart/2005/8/colors/colorful1" csCatId="colorful" phldr="1"/>
      <dgm:spPr/>
      <dgm:t>
        <a:bodyPr/>
        <a:lstStyle/>
        <a:p>
          <a:endParaRPr lang="en-US"/>
        </a:p>
      </dgm:t>
    </dgm:pt>
    <dgm:pt modelId="{15F858BE-12F3-4653-B340-0B188B98203C}">
      <dgm:prSet custT="1"/>
      <dgm:spPr/>
      <dgm:t>
        <a:bodyPr/>
        <a:lstStyle/>
        <a:p>
          <a:r>
            <a:rPr lang="en-US" sz="2400" dirty="0" err="1">
              <a:solidFill>
                <a:schemeClr val="tx1">
                  <a:lumMod val="75000"/>
                  <a:lumOff val="25000"/>
                </a:schemeClr>
              </a:solidFill>
            </a:rPr>
            <a:t>Thêm</a:t>
          </a:r>
          <a:r>
            <a:rPr lang="en-US" sz="2400" dirty="0">
              <a:solidFill>
                <a:schemeClr val="tx1">
                  <a:lumMod val="75000"/>
                  <a:lumOff val="25000"/>
                </a:schemeClr>
              </a:solidFill>
            </a:rPr>
            <a:t> </a:t>
          </a:r>
          <a:r>
            <a:rPr lang="en-US" sz="2400" dirty="0" err="1">
              <a:solidFill>
                <a:schemeClr val="tx1">
                  <a:lumMod val="75000"/>
                  <a:lumOff val="25000"/>
                </a:schemeClr>
              </a:solidFill>
            </a:rPr>
            <a:t>món</a:t>
          </a:r>
          <a:r>
            <a:rPr lang="en-US" sz="2400" dirty="0">
              <a:solidFill>
                <a:schemeClr val="tx1">
                  <a:lumMod val="75000"/>
                  <a:lumOff val="25000"/>
                </a:schemeClr>
              </a:solidFill>
            </a:rPr>
            <a:t> </a:t>
          </a:r>
          <a:r>
            <a:rPr lang="en-US" sz="2400" dirty="0" err="1">
              <a:solidFill>
                <a:schemeClr val="tx1">
                  <a:lumMod val="75000"/>
                  <a:lumOff val="25000"/>
                </a:schemeClr>
              </a:solidFill>
            </a:rPr>
            <a:t>ăn</a:t>
          </a:r>
          <a:endParaRPr lang="en-US" sz="2400" dirty="0">
            <a:solidFill>
              <a:schemeClr val="tx1">
                <a:lumMod val="75000"/>
                <a:lumOff val="25000"/>
              </a:schemeClr>
            </a:solidFill>
          </a:endParaRPr>
        </a:p>
      </dgm:t>
    </dgm:pt>
    <dgm:pt modelId="{A18FFBF8-8B7D-40D4-A330-31FF915469FD}" type="parTrans" cxnId="{DEBC30EA-F307-450A-9FE0-DE38E709B7C6}">
      <dgm:prSet/>
      <dgm:spPr/>
      <dgm:t>
        <a:bodyPr/>
        <a:lstStyle/>
        <a:p>
          <a:endParaRPr lang="en-US" sz="1100">
            <a:solidFill>
              <a:schemeClr val="tx1">
                <a:lumMod val="75000"/>
                <a:lumOff val="25000"/>
              </a:schemeClr>
            </a:solidFill>
          </a:endParaRPr>
        </a:p>
      </dgm:t>
    </dgm:pt>
    <dgm:pt modelId="{BAF7F54C-54BB-4E32-A3BE-70FDDE1ACC7A}" type="sibTrans" cxnId="{DEBC30EA-F307-450A-9FE0-DE38E709B7C6}">
      <dgm:prSet/>
      <dgm:spPr/>
      <dgm:t>
        <a:bodyPr/>
        <a:lstStyle/>
        <a:p>
          <a:endParaRPr lang="en-US" sz="1100">
            <a:solidFill>
              <a:schemeClr val="tx1">
                <a:lumMod val="75000"/>
                <a:lumOff val="25000"/>
              </a:schemeClr>
            </a:solidFill>
          </a:endParaRPr>
        </a:p>
      </dgm:t>
    </dgm:pt>
    <dgm:pt modelId="{18935234-F39B-4F64-9D3E-ECC198090598}">
      <dgm:prSet custT="1"/>
      <dgm:spPr/>
      <dgm:t>
        <a:bodyPr/>
        <a:lstStyle/>
        <a:p>
          <a:r>
            <a:rPr lang="en-US" sz="2400" dirty="0" err="1">
              <a:solidFill>
                <a:schemeClr val="tx1">
                  <a:lumMod val="75000"/>
                  <a:lumOff val="25000"/>
                </a:schemeClr>
              </a:solidFill>
            </a:rPr>
            <a:t>Sửa</a:t>
          </a:r>
          <a:r>
            <a:rPr lang="en-US" sz="2400" dirty="0">
              <a:solidFill>
                <a:schemeClr val="tx1">
                  <a:lumMod val="75000"/>
                  <a:lumOff val="25000"/>
                </a:schemeClr>
              </a:solidFill>
            </a:rPr>
            <a:t> </a:t>
          </a:r>
          <a:r>
            <a:rPr lang="en-US" sz="2400" dirty="0" err="1">
              <a:solidFill>
                <a:schemeClr val="tx1">
                  <a:lumMod val="75000"/>
                  <a:lumOff val="25000"/>
                </a:schemeClr>
              </a:solidFill>
            </a:rPr>
            <a:t>món</a:t>
          </a:r>
          <a:r>
            <a:rPr lang="en-US" sz="2400" dirty="0">
              <a:solidFill>
                <a:schemeClr val="tx1">
                  <a:lumMod val="75000"/>
                  <a:lumOff val="25000"/>
                </a:schemeClr>
              </a:solidFill>
            </a:rPr>
            <a:t> </a:t>
          </a:r>
          <a:r>
            <a:rPr lang="en-US" sz="2400" dirty="0" err="1">
              <a:solidFill>
                <a:schemeClr val="tx1">
                  <a:lumMod val="75000"/>
                  <a:lumOff val="25000"/>
                </a:schemeClr>
              </a:solidFill>
            </a:rPr>
            <a:t>ăn</a:t>
          </a:r>
          <a:endParaRPr lang="en-US" sz="2400" dirty="0">
            <a:solidFill>
              <a:schemeClr val="tx1">
                <a:lumMod val="75000"/>
                <a:lumOff val="25000"/>
              </a:schemeClr>
            </a:solidFill>
          </a:endParaRPr>
        </a:p>
      </dgm:t>
    </dgm:pt>
    <dgm:pt modelId="{B6CB3CF8-E647-4BD2-92CD-1EEA584C5221}" type="parTrans" cxnId="{91D2593C-7D74-43E8-BC24-122A9C83402E}">
      <dgm:prSet/>
      <dgm:spPr/>
      <dgm:t>
        <a:bodyPr/>
        <a:lstStyle/>
        <a:p>
          <a:endParaRPr lang="en-US" sz="1100">
            <a:solidFill>
              <a:schemeClr val="tx1">
                <a:lumMod val="75000"/>
                <a:lumOff val="25000"/>
              </a:schemeClr>
            </a:solidFill>
          </a:endParaRPr>
        </a:p>
      </dgm:t>
    </dgm:pt>
    <dgm:pt modelId="{A80C0A60-9866-4750-AF50-82E6D30D27C4}" type="sibTrans" cxnId="{91D2593C-7D74-43E8-BC24-122A9C83402E}">
      <dgm:prSet/>
      <dgm:spPr/>
      <dgm:t>
        <a:bodyPr/>
        <a:lstStyle/>
        <a:p>
          <a:endParaRPr lang="en-US" sz="1100">
            <a:solidFill>
              <a:schemeClr val="tx1">
                <a:lumMod val="75000"/>
                <a:lumOff val="25000"/>
              </a:schemeClr>
            </a:solidFill>
          </a:endParaRPr>
        </a:p>
      </dgm:t>
    </dgm:pt>
    <dgm:pt modelId="{3CA3A262-78E2-46B9-86B9-EC5A18FB14DE}">
      <dgm:prSet custT="1"/>
      <dgm:spPr/>
      <dgm:t>
        <a:bodyPr/>
        <a:lstStyle/>
        <a:p>
          <a:r>
            <a:rPr lang="en-US" sz="2400" dirty="0" err="1">
              <a:solidFill>
                <a:schemeClr val="tx1">
                  <a:lumMod val="75000"/>
                  <a:lumOff val="25000"/>
                </a:schemeClr>
              </a:solidFill>
            </a:rPr>
            <a:t>Xóa</a:t>
          </a:r>
          <a:r>
            <a:rPr lang="en-US" sz="2400" dirty="0">
              <a:solidFill>
                <a:schemeClr val="tx1">
                  <a:lumMod val="75000"/>
                  <a:lumOff val="25000"/>
                </a:schemeClr>
              </a:solidFill>
            </a:rPr>
            <a:t> </a:t>
          </a:r>
          <a:r>
            <a:rPr lang="en-US" sz="2400" dirty="0" err="1">
              <a:solidFill>
                <a:schemeClr val="tx1">
                  <a:lumMod val="75000"/>
                  <a:lumOff val="25000"/>
                </a:schemeClr>
              </a:solidFill>
            </a:rPr>
            <a:t>món</a:t>
          </a:r>
          <a:r>
            <a:rPr lang="en-US" sz="2400" dirty="0">
              <a:solidFill>
                <a:schemeClr val="tx1">
                  <a:lumMod val="75000"/>
                  <a:lumOff val="25000"/>
                </a:schemeClr>
              </a:solidFill>
            </a:rPr>
            <a:t> </a:t>
          </a:r>
          <a:r>
            <a:rPr lang="en-US" sz="2400" dirty="0" err="1">
              <a:solidFill>
                <a:schemeClr val="tx1">
                  <a:lumMod val="75000"/>
                  <a:lumOff val="25000"/>
                </a:schemeClr>
              </a:solidFill>
            </a:rPr>
            <a:t>ăn</a:t>
          </a:r>
          <a:endParaRPr lang="en-US" sz="2400" dirty="0">
            <a:solidFill>
              <a:schemeClr val="tx1">
                <a:lumMod val="75000"/>
                <a:lumOff val="25000"/>
              </a:schemeClr>
            </a:solidFill>
          </a:endParaRPr>
        </a:p>
      </dgm:t>
    </dgm:pt>
    <dgm:pt modelId="{6BBE6B70-7535-4543-9D22-9A5FD3AA825E}" type="parTrans" cxnId="{DA22B488-0463-414F-B875-46191CF8188F}">
      <dgm:prSet/>
      <dgm:spPr/>
      <dgm:t>
        <a:bodyPr/>
        <a:lstStyle/>
        <a:p>
          <a:endParaRPr lang="en-US" sz="1100">
            <a:solidFill>
              <a:schemeClr val="tx1">
                <a:lumMod val="75000"/>
                <a:lumOff val="25000"/>
              </a:schemeClr>
            </a:solidFill>
          </a:endParaRPr>
        </a:p>
      </dgm:t>
    </dgm:pt>
    <dgm:pt modelId="{B3A5339B-3B69-46DF-810A-B2517955555D}" type="sibTrans" cxnId="{DA22B488-0463-414F-B875-46191CF8188F}">
      <dgm:prSet/>
      <dgm:spPr/>
      <dgm:t>
        <a:bodyPr/>
        <a:lstStyle/>
        <a:p>
          <a:endParaRPr lang="en-US" sz="1100">
            <a:solidFill>
              <a:schemeClr val="tx1">
                <a:lumMod val="75000"/>
                <a:lumOff val="25000"/>
              </a:schemeClr>
            </a:solidFill>
          </a:endParaRPr>
        </a:p>
      </dgm:t>
    </dgm:pt>
    <dgm:pt modelId="{52BAA77B-C6FA-CB4B-838B-9FFE5D282065}" type="pres">
      <dgm:prSet presAssocID="{64F98948-3320-4B7F-80FB-AB1137B5078B}" presName="Name0" presStyleCnt="0">
        <dgm:presLayoutVars>
          <dgm:dir/>
          <dgm:resizeHandles val="exact"/>
        </dgm:presLayoutVars>
      </dgm:prSet>
      <dgm:spPr/>
      <dgm:t>
        <a:bodyPr/>
        <a:lstStyle/>
        <a:p>
          <a:endParaRPr lang="en-US"/>
        </a:p>
      </dgm:t>
    </dgm:pt>
    <dgm:pt modelId="{9C40E17B-9450-7742-BC2D-E5219F2ECB22}" type="pres">
      <dgm:prSet presAssocID="{15F858BE-12F3-4653-B340-0B188B98203C}" presName="Name5" presStyleLbl="vennNode1" presStyleIdx="0" presStyleCnt="3">
        <dgm:presLayoutVars>
          <dgm:bulletEnabled val="1"/>
        </dgm:presLayoutVars>
      </dgm:prSet>
      <dgm:spPr/>
      <dgm:t>
        <a:bodyPr/>
        <a:lstStyle/>
        <a:p>
          <a:endParaRPr lang="en-US"/>
        </a:p>
      </dgm:t>
    </dgm:pt>
    <dgm:pt modelId="{03B16FE9-38F5-3147-92DC-ED3738B175A5}" type="pres">
      <dgm:prSet presAssocID="{BAF7F54C-54BB-4E32-A3BE-70FDDE1ACC7A}" presName="space" presStyleCnt="0"/>
      <dgm:spPr/>
    </dgm:pt>
    <dgm:pt modelId="{5DEE9D32-C962-414F-8371-D3F310F6B736}" type="pres">
      <dgm:prSet presAssocID="{18935234-F39B-4F64-9D3E-ECC198090598}" presName="Name5" presStyleLbl="vennNode1" presStyleIdx="1" presStyleCnt="3">
        <dgm:presLayoutVars>
          <dgm:bulletEnabled val="1"/>
        </dgm:presLayoutVars>
      </dgm:prSet>
      <dgm:spPr/>
      <dgm:t>
        <a:bodyPr/>
        <a:lstStyle/>
        <a:p>
          <a:endParaRPr lang="en-US"/>
        </a:p>
      </dgm:t>
    </dgm:pt>
    <dgm:pt modelId="{3C4D2E5F-A3EE-D142-8612-E5DC0C39BBA4}" type="pres">
      <dgm:prSet presAssocID="{A80C0A60-9866-4750-AF50-82E6D30D27C4}" presName="space" presStyleCnt="0"/>
      <dgm:spPr/>
    </dgm:pt>
    <dgm:pt modelId="{C4F8DD03-4ECC-6140-8263-FBA3F82A527A}" type="pres">
      <dgm:prSet presAssocID="{3CA3A262-78E2-46B9-86B9-EC5A18FB14DE}" presName="Name5" presStyleLbl="vennNode1" presStyleIdx="2" presStyleCnt="3">
        <dgm:presLayoutVars>
          <dgm:bulletEnabled val="1"/>
        </dgm:presLayoutVars>
      </dgm:prSet>
      <dgm:spPr/>
      <dgm:t>
        <a:bodyPr/>
        <a:lstStyle/>
        <a:p>
          <a:endParaRPr lang="en-US"/>
        </a:p>
      </dgm:t>
    </dgm:pt>
  </dgm:ptLst>
  <dgm:cxnLst>
    <dgm:cxn modelId="{02D65347-532C-1A47-A4B4-83CF4D5B8AD7}" type="presOf" srcId="{15F858BE-12F3-4653-B340-0B188B98203C}" destId="{9C40E17B-9450-7742-BC2D-E5219F2ECB22}" srcOrd="0" destOrd="0" presId="urn:microsoft.com/office/officeart/2005/8/layout/venn3"/>
    <dgm:cxn modelId="{91D2593C-7D74-43E8-BC24-122A9C83402E}" srcId="{64F98948-3320-4B7F-80FB-AB1137B5078B}" destId="{18935234-F39B-4F64-9D3E-ECC198090598}" srcOrd="1" destOrd="0" parTransId="{B6CB3CF8-E647-4BD2-92CD-1EEA584C5221}" sibTransId="{A80C0A60-9866-4750-AF50-82E6D30D27C4}"/>
    <dgm:cxn modelId="{DA22B488-0463-414F-B875-46191CF8188F}" srcId="{64F98948-3320-4B7F-80FB-AB1137B5078B}" destId="{3CA3A262-78E2-46B9-86B9-EC5A18FB14DE}" srcOrd="2" destOrd="0" parTransId="{6BBE6B70-7535-4543-9D22-9A5FD3AA825E}" sibTransId="{B3A5339B-3B69-46DF-810A-B2517955555D}"/>
    <dgm:cxn modelId="{E0DEED2D-7B1B-E849-BD91-33F3B2FCF0D3}" type="presOf" srcId="{3CA3A262-78E2-46B9-86B9-EC5A18FB14DE}" destId="{C4F8DD03-4ECC-6140-8263-FBA3F82A527A}" srcOrd="0" destOrd="0" presId="urn:microsoft.com/office/officeart/2005/8/layout/venn3"/>
    <dgm:cxn modelId="{DEBC30EA-F307-450A-9FE0-DE38E709B7C6}" srcId="{64F98948-3320-4B7F-80FB-AB1137B5078B}" destId="{15F858BE-12F3-4653-B340-0B188B98203C}" srcOrd="0" destOrd="0" parTransId="{A18FFBF8-8B7D-40D4-A330-31FF915469FD}" sibTransId="{BAF7F54C-54BB-4E32-A3BE-70FDDE1ACC7A}"/>
    <dgm:cxn modelId="{71045C35-E4CA-7248-A1BF-29A64ED88ABA}" type="presOf" srcId="{64F98948-3320-4B7F-80FB-AB1137B5078B}" destId="{52BAA77B-C6FA-CB4B-838B-9FFE5D282065}" srcOrd="0" destOrd="0" presId="urn:microsoft.com/office/officeart/2005/8/layout/venn3"/>
    <dgm:cxn modelId="{6F0D9A47-681A-2641-99D2-0B20F0B34241}" type="presOf" srcId="{18935234-F39B-4F64-9D3E-ECC198090598}" destId="{5DEE9D32-C962-414F-8371-D3F310F6B736}" srcOrd="0" destOrd="0" presId="urn:microsoft.com/office/officeart/2005/8/layout/venn3"/>
    <dgm:cxn modelId="{98D87B17-55AC-384A-80D4-808C7319C859}" type="presParOf" srcId="{52BAA77B-C6FA-CB4B-838B-9FFE5D282065}" destId="{9C40E17B-9450-7742-BC2D-E5219F2ECB22}" srcOrd="0" destOrd="0" presId="urn:microsoft.com/office/officeart/2005/8/layout/venn3"/>
    <dgm:cxn modelId="{8B72A41C-73F6-C749-B10F-A6BAFC4652D2}" type="presParOf" srcId="{52BAA77B-C6FA-CB4B-838B-9FFE5D282065}" destId="{03B16FE9-38F5-3147-92DC-ED3738B175A5}" srcOrd="1" destOrd="0" presId="urn:microsoft.com/office/officeart/2005/8/layout/venn3"/>
    <dgm:cxn modelId="{81E1F023-A3E2-D248-8E23-4D2148367C14}" type="presParOf" srcId="{52BAA77B-C6FA-CB4B-838B-9FFE5D282065}" destId="{5DEE9D32-C962-414F-8371-D3F310F6B736}" srcOrd="2" destOrd="0" presId="urn:microsoft.com/office/officeart/2005/8/layout/venn3"/>
    <dgm:cxn modelId="{A2B9711C-7B84-3C47-8FF2-3246E9110BCD}" type="presParOf" srcId="{52BAA77B-C6FA-CB4B-838B-9FFE5D282065}" destId="{3C4D2E5F-A3EE-D142-8612-E5DC0C39BBA4}" srcOrd="3" destOrd="0" presId="urn:microsoft.com/office/officeart/2005/8/layout/venn3"/>
    <dgm:cxn modelId="{093D63C4-FB7A-784A-8725-07BA4BD78D82}" type="presParOf" srcId="{52BAA77B-C6FA-CB4B-838B-9FFE5D282065}" destId="{C4F8DD03-4ECC-6140-8263-FBA3F82A527A}" srcOrd="4"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F98948-3320-4B7F-80FB-AB1137B5078B}" type="doc">
      <dgm:prSet loTypeId="urn:microsoft.com/office/officeart/2005/8/layout/venn3" loCatId="icon" qsTypeId="urn:microsoft.com/office/officeart/2005/8/quickstyle/simple1" qsCatId="simple" csTypeId="urn:microsoft.com/office/officeart/2005/8/colors/colorful1" csCatId="colorful" phldr="1"/>
      <dgm:spPr/>
      <dgm:t>
        <a:bodyPr/>
        <a:lstStyle/>
        <a:p>
          <a:endParaRPr lang="en-US"/>
        </a:p>
      </dgm:t>
    </dgm:pt>
    <dgm:pt modelId="{15F858BE-12F3-4653-B340-0B188B98203C}">
      <dgm:prSet custT="1"/>
      <dgm:spPr/>
      <dgm:t>
        <a:bodyPr/>
        <a:lstStyle/>
        <a:p>
          <a:r>
            <a:rPr lang="en-US" sz="2400" dirty="0" err="1">
              <a:solidFill>
                <a:schemeClr val="tx1">
                  <a:lumMod val="75000"/>
                  <a:lumOff val="25000"/>
                </a:schemeClr>
              </a:solidFill>
            </a:rPr>
            <a:t>Thêm</a:t>
          </a:r>
          <a:r>
            <a:rPr lang="en-US" sz="2400" dirty="0">
              <a:solidFill>
                <a:schemeClr val="tx1">
                  <a:lumMod val="75000"/>
                  <a:lumOff val="25000"/>
                </a:schemeClr>
              </a:solidFill>
            </a:rPr>
            <a:t> </a:t>
          </a:r>
          <a:r>
            <a:rPr lang="en-US" sz="2400" dirty="0" err="1">
              <a:solidFill>
                <a:schemeClr val="tx1">
                  <a:lumMod val="75000"/>
                  <a:lumOff val="25000"/>
                </a:schemeClr>
              </a:solidFill>
            </a:rPr>
            <a:t>nhân</a:t>
          </a:r>
          <a:r>
            <a:rPr lang="en-US" sz="2400" dirty="0">
              <a:solidFill>
                <a:schemeClr val="tx1">
                  <a:lumMod val="75000"/>
                  <a:lumOff val="25000"/>
                </a:schemeClr>
              </a:solidFill>
            </a:rPr>
            <a:t> </a:t>
          </a:r>
          <a:r>
            <a:rPr lang="en-US" sz="2400" dirty="0" err="1">
              <a:solidFill>
                <a:schemeClr val="tx1">
                  <a:lumMod val="75000"/>
                  <a:lumOff val="25000"/>
                </a:schemeClr>
              </a:solidFill>
            </a:rPr>
            <a:t>viên</a:t>
          </a:r>
          <a:endParaRPr lang="en-US" sz="2400" dirty="0">
            <a:solidFill>
              <a:schemeClr val="tx1">
                <a:lumMod val="75000"/>
                <a:lumOff val="25000"/>
              </a:schemeClr>
            </a:solidFill>
          </a:endParaRPr>
        </a:p>
      </dgm:t>
    </dgm:pt>
    <dgm:pt modelId="{A18FFBF8-8B7D-40D4-A330-31FF915469FD}" type="parTrans" cxnId="{DEBC30EA-F307-450A-9FE0-DE38E709B7C6}">
      <dgm:prSet/>
      <dgm:spPr/>
      <dgm:t>
        <a:bodyPr/>
        <a:lstStyle/>
        <a:p>
          <a:endParaRPr lang="en-US" sz="1100">
            <a:solidFill>
              <a:schemeClr val="tx1">
                <a:lumMod val="75000"/>
                <a:lumOff val="25000"/>
              </a:schemeClr>
            </a:solidFill>
          </a:endParaRPr>
        </a:p>
      </dgm:t>
    </dgm:pt>
    <dgm:pt modelId="{BAF7F54C-54BB-4E32-A3BE-70FDDE1ACC7A}" type="sibTrans" cxnId="{DEBC30EA-F307-450A-9FE0-DE38E709B7C6}">
      <dgm:prSet/>
      <dgm:spPr/>
      <dgm:t>
        <a:bodyPr/>
        <a:lstStyle/>
        <a:p>
          <a:endParaRPr lang="en-US" sz="1100">
            <a:solidFill>
              <a:schemeClr val="tx1">
                <a:lumMod val="75000"/>
                <a:lumOff val="25000"/>
              </a:schemeClr>
            </a:solidFill>
          </a:endParaRPr>
        </a:p>
      </dgm:t>
    </dgm:pt>
    <dgm:pt modelId="{18935234-F39B-4F64-9D3E-ECC198090598}">
      <dgm:prSet custT="1"/>
      <dgm:spPr/>
      <dgm:t>
        <a:bodyPr/>
        <a:lstStyle/>
        <a:p>
          <a:r>
            <a:rPr lang="en-US" sz="2400" dirty="0" err="1">
              <a:solidFill>
                <a:schemeClr val="tx1">
                  <a:lumMod val="75000"/>
                  <a:lumOff val="25000"/>
                </a:schemeClr>
              </a:solidFill>
            </a:rPr>
            <a:t>Sửa</a:t>
          </a:r>
          <a:r>
            <a:rPr lang="en-US" sz="2400" dirty="0">
              <a:solidFill>
                <a:schemeClr val="tx1">
                  <a:lumMod val="75000"/>
                  <a:lumOff val="25000"/>
                </a:schemeClr>
              </a:solidFill>
            </a:rPr>
            <a:t> </a:t>
          </a:r>
          <a:r>
            <a:rPr lang="en-US" sz="2400" dirty="0" err="1">
              <a:solidFill>
                <a:schemeClr val="tx1">
                  <a:lumMod val="75000"/>
                  <a:lumOff val="25000"/>
                </a:schemeClr>
              </a:solidFill>
            </a:rPr>
            <a:t>nhân</a:t>
          </a:r>
          <a:r>
            <a:rPr lang="en-US" sz="2400" dirty="0">
              <a:solidFill>
                <a:schemeClr val="tx1">
                  <a:lumMod val="75000"/>
                  <a:lumOff val="25000"/>
                </a:schemeClr>
              </a:solidFill>
            </a:rPr>
            <a:t> </a:t>
          </a:r>
          <a:r>
            <a:rPr lang="en-US" sz="2400" dirty="0" err="1">
              <a:solidFill>
                <a:schemeClr val="tx1">
                  <a:lumMod val="75000"/>
                  <a:lumOff val="25000"/>
                </a:schemeClr>
              </a:solidFill>
            </a:rPr>
            <a:t>viên</a:t>
          </a:r>
          <a:endParaRPr lang="en-US" sz="2400" dirty="0">
            <a:solidFill>
              <a:schemeClr val="tx1">
                <a:lumMod val="75000"/>
                <a:lumOff val="25000"/>
              </a:schemeClr>
            </a:solidFill>
          </a:endParaRPr>
        </a:p>
      </dgm:t>
    </dgm:pt>
    <dgm:pt modelId="{B6CB3CF8-E647-4BD2-92CD-1EEA584C5221}" type="parTrans" cxnId="{91D2593C-7D74-43E8-BC24-122A9C83402E}">
      <dgm:prSet/>
      <dgm:spPr/>
      <dgm:t>
        <a:bodyPr/>
        <a:lstStyle/>
        <a:p>
          <a:endParaRPr lang="en-US" sz="1100">
            <a:solidFill>
              <a:schemeClr val="tx1">
                <a:lumMod val="75000"/>
                <a:lumOff val="25000"/>
              </a:schemeClr>
            </a:solidFill>
          </a:endParaRPr>
        </a:p>
      </dgm:t>
    </dgm:pt>
    <dgm:pt modelId="{A80C0A60-9866-4750-AF50-82E6D30D27C4}" type="sibTrans" cxnId="{91D2593C-7D74-43E8-BC24-122A9C83402E}">
      <dgm:prSet/>
      <dgm:spPr/>
      <dgm:t>
        <a:bodyPr/>
        <a:lstStyle/>
        <a:p>
          <a:endParaRPr lang="en-US" sz="1100">
            <a:solidFill>
              <a:schemeClr val="tx1">
                <a:lumMod val="75000"/>
                <a:lumOff val="25000"/>
              </a:schemeClr>
            </a:solidFill>
          </a:endParaRPr>
        </a:p>
      </dgm:t>
    </dgm:pt>
    <dgm:pt modelId="{3CA3A262-78E2-46B9-86B9-EC5A18FB14DE}">
      <dgm:prSet custT="1"/>
      <dgm:spPr/>
      <dgm:t>
        <a:bodyPr/>
        <a:lstStyle/>
        <a:p>
          <a:r>
            <a:rPr lang="en-US" sz="2400" dirty="0" err="1">
              <a:solidFill>
                <a:schemeClr val="tx1">
                  <a:lumMod val="75000"/>
                  <a:lumOff val="25000"/>
                </a:schemeClr>
              </a:solidFill>
            </a:rPr>
            <a:t>Xóa</a:t>
          </a:r>
          <a:r>
            <a:rPr lang="en-US" sz="2400" dirty="0">
              <a:solidFill>
                <a:schemeClr val="tx1">
                  <a:lumMod val="75000"/>
                  <a:lumOff val="25000"/>
                </a:schemeClr>
              </a:solidFill>
            </a:rPr>
            <a:t> </a:t>
          </a:r>
          <a:r>
            <a:rPr lang="en-US" sz="2400" dirty="0" err="1">
              <a:solidFill>
                <a:schemeClr val="tx1">
                  <a:lumMod val="75000"/>
                  <a:lumOff val="25000"/>
                </a:schemeClr>
              </a:solidFill>
            </a:rPr>
            <a:t>nhân</a:t>
          </a:r>
          <a:r>
            <a:rPr lang="en-US" sz="2400" dirty="0">
              <a:solidFill>
                <a:schemeClr val="tx1">
                  <a:lumMod val="75000"/>
                  <a:lumOff val="25000"/>
                </a:schemeClr>
              </a:solidFill>
            </a:rPr>
            <a:t> </a:t>
          </a:r>
          <a:r>
            <a:rPr lang="en-US" sz="2400" dirty="0" err="1">
              <a:solidFill>
                <a:schemeClr val="tx1">
                  <a:lumMod val="75000"/>
                  <a:lumOff val="25000"/>
                </a:schemeClr>
              </a:solidFill>
            </a:rPr>
            <a:t>viên</a:t>
          </a:r>
          <a:endParaRPr lang="en-US" sz="2400" dirty="0">
            <a:solidFill>
              <a:schemeClr val="tx1">
                <a:lumMod val="75000"/>
                <a:lumOff val="25000"/>
              </a:schemeClr>
            </a:solidFill>
          </a:endParaRPr>
        </a:p>
      </dgm:t>
    </dgm:pt>
    <dgm:pt modelId="{6BBE6B70-7535-4543-9D22-9A5FD3AA825E}" type="parTrans" cxnId="{DA22B488-0463-414F-B875-46191CF8188F}">
      <dgm:prSet/>
      <dgm:spPr/>
      <dgm:t>
        <a:bodyPr/>
        <a:lstStyle/>
        <a:p>
          <a:endParaRPr lang="en-US" sz="1100">
            <a:solidFill>
              <a:schemeClr val="tx1">
                <a:lumMod val="75000"/>
                <a:lumOff val="25000"/>
              </a:schemeClr>
            </a:solidFill>
          </a:endParaRPr>
        </a:p>
      </dgm:t>
    </dgm:pt>
    <dgm:pt modelId="{B3A5339B-3B69-46DF-810A-B2517955555D}" type="sibTrans" cxnId="{DA22B488-0463-414F-B875-46191CF8188F}">
      <dgm:prSet/>
      <dgm:spPr/>
      <dgm:t>
        <a:bodyPr/>
        <a:lstStyle/>
        <a:p>
          <a:endParaRPr lang="en-US" sz="1100">
            <a:solidFill>
              <a:schemeClr val="tx1">
                <a:lumMod val="75000"/>
                <a:lumOff val="25000"/>
              </a:schemeClr>
            </a:solidFill>
          </a:endParaRPr>
        </a:p>
      </dgm:t>
    </dgm:pt>
    <dgm:pt modelId="{52BAA77B-C6FA-CB4B-838B-9FFE5D282065}" type="pres">
      <dgm:prSet presAssocID="{64F98948-3320-4B7F-80FB-AB1137B5078B}" presName="Name0" presStyleCnt="0">
        <dgm:presLayoutVars>
          <dgm:dir/>
          <dgm:resizeHandles val="exact"/>
        </dgm:presLayoutVars>
      </dgm:prSet>
      <dgm:spPr/>
      <dgm:t>
        <a:bodyPr/>
        <a:lstStyle/>
        <a:p>
          <a:endParaRPr lang="en-US"/>
        </a:p>
      </dgm:t>
    </dgm:pt>
    <dgm:pt modelId="{9C40E17B-9450-7742-BC2D-E5219F2ECB22}" type="pres">
      <dgm:prSet presAssocID="{15F858BE-12F3-4653-B340-0B188B98203C}" presName="Name5" presStyleLbl="vennNode1" presStyleIdx="0" presStyleCnt="3">
        <dgm:presLayoutVars>
          <dgm:bulletEnabled val="1"/>
        </dgm:presLayoutVars>
      </dgm:prSet>
      <dgm:spPr/>
      <dgm:t>
        <a:bodyPr/>
        <a:lstStyle/>
        <a:p>
          <a:endParaRPr lang="en-US"/>
        </a:p>
      </dgm:t>
    </dgm:pt>
    <dgm:pt modelId="{03B16FE9-38F5-3147-92DC-ED3738B175A5}" type="pres">
      <dgm:prSet presAssocID="{BAF7F54C-54BB-4E32-A3BE-70FDDE1ACC7A}" presName="space" presStyleCnt="0"/>
      <dgm:spPr/>
    </dgm:pt>
    <dgm:pt modelId="{5DEE9D32-C962-414F-8371-D3F310F6B736}" type="pres">
      <dgm:prSet presAssocID="{18935234-F39B-4F64-9D3E-ECC198090598}" presName="Name5" presStyleLbl="vennNode1" presStyleIdx="1" presStyleCnt="3">
        <dgm:presLayoutVars>
          <dgm:bulletEnabled val="1"/>
        </dgm:presLayoutVars>
      </dgm:prSet>
      <dgm:spPr/>
      <dgm:t>
        <a:bodyPr/>
        <a:lstStyle/>
        <a:p>
          <a:endParaRPr lang="en-US"/>
        </a:p>
      </dgm:t>
    </dgm:pt>
    <dgm:pt modelId="{3C4D2E5F-A3EE-D142-8612-E5DC0C39BBA4}" type="pres">
      <dgm:prSet presAssocID="{A80C0A60-9866-4750-AF50-82E6D30D27C4}" presName="space" presStyleCnt="0"/>
      <dgm:spPr/>
    </dgm:pt>
    <dgm:pt modelId="{C4F8DD03-4ECC-6140-8263-FBA3F82A527A}" type="pres">
      <dgm:prSet presAssocID="{3CA3A262-78E2-46B9-86B9-EC5A18FB14DE}" presName="Name5" presStyleLbl="vennNode1" presStyleIdx="2" presStyleCnt="3">
        <dgm:presLayoutVars>
          <dgm:bulletEnabled val="1"/>
        </dgm:presLayoutVars>
      </dgm:prSet>
      <dgm:spPr/>
      <dgm:t>
        <a:bodyPr/>
        <a:lstStyle/>
        <a:p>
          <a:endParaRPr lang="en-US"/>
        </a:p>
      </dgm:t>
    </dgm:pt>
  </dgm:ptLst>
  <dgm:cxnLst>
    <dgm:cxn modelId="{02D65347-532C-1A47-A4B4-83CF4D5B8AD7}" type="presOf" srcId="{15F858BE-12F3-4653-B340-0B188B98203C}" destId="{9C40E17B-9450-7742-BC2D-E5219F2ECB22}" srcOrd="0" destOrd="0" presId="urn:microsoft.com/office/officeart/2005/8/layout/venn3"/>
    <dgm:cxn modelId="{91D2593C-7D74-43E8-BC24-122A9C83402E}" srcId="{64F98948-3320-4B7F-80FB-AB1137B5078B}" destId="{18935234-F39B-4F64-9D3E-ECC198090598}" srcOrd="1" destOrd="0" parTransId="{B6CB3CF8-E647-4BD2-92CD-1EEA584C5221}" sibTransId="{A80C0A60-9866-4750-AF50-82E6D30D27C4}"/>
    <dgm:cxn modelId="{DA22B488-0463-414F-B875-46191CF8188F}" srcId="{64F98948-3320-4B7F-80FB-AB1137B5078B}" destId="{3CA3A262-78E2-46B9-86B9-EC5A18FB14DE}" srcOrd="2" destOrd="0" parTransId="{6BBE6B70-7535-4543-9D22-9A5FD3AA825E}" sibTransId="{B3A5339B-3B69-46DF-810A-B2517955555D}"/>
    <dgm:cxn modelId="{E0DEED2D-7B1B-E849-BD91-33F3B2FCF0D3}" type="presOf" srcId="{3CA3A262-78E2-46B9-86B9-EC5A18FB14DE}" destId="{C4F8DD03-4ECC-6140-8263-FBA3F82A527A}" srcOrd="0" destOrd="0" presId="urn:microsoft.com/office/officeart/2005/8/layout/venn3"/>
    <dgm:cxn modelId="{DEBC30EA-F307-450A-9FE0-DE38E709B7C6}" srcId="{64F98948-3320-4B7F-80FB-AB1137B5078B}" destId="{15F858BE-12F3-4653-B340-0B188B98203C}" srcOrd="0" destOrd="0" parTransId="{A18FFBF8-8B7D-40D4-A330-31FF915469FD}" sibTransId="{BAF7F54C-54BB-4E32-A3BE-70FDDE1ACC7A}"/>
    <dgm:cxn modelId="{71045C35-E4CA-7248-A1BF-29A64ED88ABA}" type="presOf" srcId="{64F98948-3320-4B7F-80FB-AB1137B5078B}" destId="{52BAA77B-C6FA-CB4B-838B-9FFE5D282065}" srcOrd="0" destOrd="0" presId="urn:microsoft.com/office/officeart/2005/8/layout/venn3"/>
    <dgm:cxn modelId="{6F0D9A47-681A-2641-99D2-0B20F0B34241}" type="presOf" srcId="{18935234-F39B-4F64-9D3E-ECC198090598}" destId="{5DEE9D32-C962-414F-8371-D3F310F6B736}" srcOrd="0" destOrd="0" presId="urn:microsoft.com/office/officeart/2005/8/layout/venn3"/>
    <dgm:cxn modelId="{98D87B17-55AC-384A-80D4-808C7319C859}" type="presParOf" srcId="{52BAA77B-C6FA-CB4B-838B-9FFE5D282065}" destId="{9C40E17B-9450-7742-BC2D-E5219F2ECB22}" srcOrd="0" destOrd="0" presId="urn:microsoft.com/office/officeart/2005/8/layout/venn3"/>
    <dgm:cxn modelId="{8B72A41C-73F6-C749-B10F-A6BAFC4652D2}" type="presParOf" srcId="{52BAA77B-C6FA-CB4B-838B-9FFE5D282065}" destId="{03B16FE9-38F5-3147-92DC-ED3738B175A5}" srcOrd="1" destOrd="0" presId="urn:microsoft.com/office/officeart/2005/8/layout/venn3"/>
    <dgm:cxn modelId="{81E1F023-A3E2-D248-8E23-4D2148367C14}" type="presParOf" srcId="{52BAA77B-C6FA-CB4B-838B-9FFE5D282065}" destId="{5DEE9D32-C962-414F-8371-D3F310F6B736}" srcOrd="2" destOrd="0" presId="urn:microsoft.com/office/officeart/2005/8/layout/venn3"/>
    <dgm:cxn modelId="{A2B9711C-7B84-3C47-8FF2-3246E9110BCD}" type="presParOf" srcId="{52BAA77B-C6FA-CB4B-838B-9FFE5D282065}" destId="{3C4D2E5F-A3EE-D142-8612-E5DC0C39BBA4}" srcOrd="3" destOrd="0" presId="urn:microsoft.com/office/officeart/2005/8/layout/venn3"/>
    <dgm:cxn modelId="{093D63C4-FB7A-784A-8725-07BA4BD78D82}" type="presParOf" srcId="{52BAA77B-C6FA-CB4B-838B-9FFE5D282065}" destId="{C4F8DD03-4ECC-6140-8263-FBA3F82A527A}" srcOrd="4"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54F309-1559-6442-8699-F936A65F97CA}">
      <dsp:nvSpPr>
        <dsp:cNvPr id="0" name=""/>
        <dsp:cNvSpPr/>
      </dsp:nvSpPr>
      <dsp:spPr>
        <a:xfrm>
          <a:off x="0" y="1608590"/>
          <a:ext cx="9571036" cy="712171"/>
        </a:xfrm>
        <a:prstGeom prst="notchedRightArrow">
          <a:avLst/>
        </a:prstGeom>
        <a:solidFill>
          <a:schemeClr val="bg1">
            <a:lumMod val="95000"/>
          </a:schemeClr>
        </a:solidFill>
        <a:ln>
          <a:noFill/>
        </a:ln>
        <a:effectLst/>
      </dsp:spPr>
      <dsp:style>
        <a:lnRef idx="0">
          <a:scrgbClr r="0" g="0" b="0"/>
        </a:lnRef>
        <a:fillRef idx="1">
          <a:scrgbClr r="0" g="0" b="0"/>
        </a:fillRef>
        <a:effectRef idx="0">
          <a:scrgbClr r="0" g="0" b="0"/>
        </a:effectRef>
        <a:fontRef idx="minor"/>
      </dsp:style>
    </dsp:sp>
    <dsp:sp modelId="{372828CF-3339-E44A-BBB6-2086036C9488}">
      <dsp:nvSpPr>
        <dsp:cNvPr id="0" name=""/>
        <dsp:cNvSpPr/>
      </dsp:nvSpPr>
      <dsp:spPr>
        <a:xfrm>
          <a:off x="2187" y="0"/>
          <a:ext cx="1768589" cy="1571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100000"/>
            </a:lnSpc>
            <a:spcBef>
              <a:spcPct val="0"/>
            </a:spcBef>
            <a:spcAft>
              <a:spcPct val="35000"/>
            </a:spcAft>
          </a:pPr>
          <a:r>
            <a:rPr lang="en-US" sz="1400" b="0" i="0" u="none" kern="1200" dirty="0"/>
            <a:t>Use case </a:t>
          </a:r>
          <a:r>
            <a:rPr lang="en-US" sz="1400" b="0" i="0" u="none" kern="1200" dirty="0" err="1"/>
            <a:t>bắt</a:t>
          </a:r>
          <a:r>
            <a:rPr lang="en-US" sz="1400" b="0" i="0" u="none" kern="1200" dirty="0"/>
            <a:t> </a:t>
          </a:r>
          <a:r>
            <a:rPr lang="en-US" sz="1400" b="0" i="0" u="none" kern="1200" dirty="0" err="1"/>
            <a:t>đầu</a:t>
          </a:r>
          <a:r>
            <a:rPr lang="en-US" sz="1400" b="0" i="0" u="none" kern="1200" dirty="0"/>
            <a:t> </a:t>
          </a:r>
          <a:r>
            <a:rPr lang="en-US" sz="1400" b="0" i="0" u="none" kern="1200" dirty="0" err="1"/>
            <a:t>khi</a:t>
          </a:r>
          <a:r>
            <a:rPr lang="en-US" sz="1400" b="0" i="0" u="none" kern="1200" dirty="0"/>
            <a:t> </a:t>
          </a:r>
          <a:r>
            <a:rPr lang="en-US" sz="1400" b="0" i="0" u="none" kern="1200" dirty="0" err="1"/>
            <a:t>nhân</a:t>
          </a:r>
          <a:r>
            <a:rPr lang="en-US" sz="1400" b="0" i="0" u="none" kern="1200" dirty="0"/>
            <a:t> </a:t>
          </a:r>
          <a:r>
            <a:rPr lang="en-US" sz="1400" b="0" i="0" u="none" kern="1200" dirty="0" err="1"/>
            <a:t>viên</a:t>
          </a:r>
          <a:r>
            <a:rPr lang="en-US" sz="1400" b="0" i="0" u="none" kern="1200" dirty="0"/>
            <a:t> </a:t>
          </a:r>
          <a:r>
            <a:rPr lang="en-US" sz="1400" b="0" i="0" u="none" kern="1200" dirty="0" err="1"/>
            <a:t>chọn</a:t>
          </a:r>
          <a:r>
            <a:rPr lang="en-US" sz="1400" b="0" i="0" u="none" kern="1200" dirty="0"/>
            <a:t> </a:t>
          </a:r>
          <a:r>
            <a:rPr lang="en-US" sz="1400" b="0" i="0" u="none" kern="1200" dirty="0" err="1"/>
            <a:t>mục</a:t>
          </a:r>
          <a:r>
            <a:rPr lang="en-US" sz="1400" b="0" i="0" u="none" kern="1200" dirty="0"/>
            <a:t> </a:t>
          </a:r>
          <a:r>
            <a:rPr lang="en-US" sz="1400" b="0" i="0" u="none" kern="1200" dirty="0" err="1"/>
            <a:t>đăng</a:t>
          </a:r>
          <a:r>
            <a:rPr lang="en-US" sz="1400" b="0" i="0" u="none" kern="1200" dirty="0"/>
            <a:t> </a:t>
          </a:r>
          <a:r>
            <a:rPr lang="en-US" sz="1400" b="0" i="0" u="none" kern="1200" dirty="0" err="1"/>
            <a:t>ký</a:t>
          </a:r>
          <a:r>
            <a:rPr lang="en-US" sz="1400" b="0" i="0" u="none" kern="1200" dirty="0"/>
            <a:t> </a:t>
          </a:r>
          <a:r>
            <a:rPr lang="en-US" sz="1400" b="0" i="0" u="none" kern="1200" dirty="0" err="1"/>
            <a:t>lịch</a:t>
          </a:r>
          <a:r>
            <a:rPr lang="en-US" sz="1400" b="0" i="0" u="none" kern="1200" dirty="0"/>
            <a:t> </a:t>
          </a:r>
          <a:r>
            <a:rPr lang="en-US" sz="1400" b="0" i="0" u="none" kern="1200" dirty="0" err="1"/>
            <a:t>làm</a:t>
          </a:r>
          <a:endParaRPr lang="en-US" sz="1400" b="1" kern="1200" dirty="0">
            <a:solidFill>
              <a:schemeClr val="tx1">
                <a:lumMod val="75000"/>
                <a:lumOff val="25000"/>
              </a:schemeClr>
            </a:solidFill>
            <a:effectLst/>
            <a:latin typeface="+mj-lt"/>
          </a:endParaRPr>
        </a:p>
      </dsp:txBody>
      <dsp:txXfrm>
        <a:off x="2187" y="0"/>
        <a:ext cx="1768589" cy="1571740"/>
      </dsp:txXfrm>
    </dsp:sp>
    <dsp:sp modelId="{A238071D-27EE-944C-AC00-AA0D602D331A}">
      <dsp:nvSpPr>
        <dsp:cNvPr id="0" name=""/>
        <dsp:cNvSpPr/>
      </dsp:nvSpPr>
      <dsp:spPr>
        <a:xfrm>
          <a:off x="690014" y="1768208"/>
          <a:ext cx="392935" cy="392935"/>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C3B005-1F82-8E46-986A-D7F66A3A11C5}">
      <dsp:nvSpPr>
        <dsp:cNvPr id="0" name=""/>
        <dsp:cNvSpPr/>
      </dsp:nvSpPr>
      <dsp:spPr>
        <a:xfrm>
          <a:off x="1818935" y="2357611"/>
          <a:ext cx="1779916" cy="1571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17463" lvl="0" indent="-17463" algn="ctr" defTabSz="622300">
            <a:lnSpc>
              <a:spcPct val="100000"/>
            </a:lnSpc>
            <a:spcBef>
              <a:spcPct val="0"/>
            </a:spcBef>
            <a:spcAft>
              <a:spcPct val="35000"/>
            </a:spcAft>
            <a:buNone/>
            <a:tabLst/>
          </a:pPr>
          <a:r>
            <a:rPr lang="vi-VN" sz="1400" b="0" i="0" u="none" kern="1200" dirty="0"/>
            <a:t>Hệ thống đưa ra các thông tin về ca làm (thời gian, vị trí)</a:t>
          </a:r>
          <a:endParaRPr lang="en-US" sz="1400" b="1" kern="1200" dirty="0">
            <a:solidFill>
              <a:schemeClr val="tx1">
                <a:lumMod val="75000"/>
                <a:lumOff val="25000"/>
              </a:schemeClr>
            </a:solidFill>
            <a:effectLst/>
            <a:latin typeface="+mj-lt"/>
          </a:endParaRPr>
        </a:p>
      </dsp:txBody>
      <dsp:txXfrm>
        <a:off x="1818935" y="2357611"/>
        <a:ext cx="1779916" cy="1571740"/>
      </dsp:txXfrm>
    </dsp:sp>
    <dsp:sp modelId="{E003598C-A77C-E647-AC67-202397C7C2C6}">
      <dsp:nvSpPr>
        <dsp:cNvPr id="0" name=""/>
        <dsp:cNvSpPr/>
      </dsp:nvSpPr>
      <dsp:spPr>
        <a:xfrm>
          <a:off x="2512426" y="1768208"/>
          <a:ext cx="392935" cy="392935"/>
        </a:xfrm>
        <a:prstGeom prst="ellipse">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93F839-D107-C147-91A7-BF591A6B37F1}">
      <dsp:nvSpPr>
        <dsp:cNvPr id="0" name=""/>
        <dsp:cNvSpPr/>
      </dsp:nvSpPr>
      <dsp:spPr>
        <a:xfrm>
          <a:off x="3647010" y="0"/>
          <a:ext cx="1510438" cy="1571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17463" lvl="0" indent="0" algn="ctr" defTabSz="622300">
            <a:lnSpc>
              <a:spcPct val="100000"/>
            </a:lnSpc>
            <a:spcBef>
              <a:spcPct val="0"/>
            </a:spcBef>
            <a:spcAft>
              <a:spcPct val="35000"/>
            </a:spcAft>
            <a:buNone/>
            <a:tabLst/>
          </a:pPr>
          <a:r>
            <a:rPr lang="en-US" sz="1400" b="0" i="0" u="none" kern="1200" dirty="0" err="1"/>
            <a:t>Nhân</a:t>
          </a:r>
          <a:r>
            <a:rPr lang="en-US" sz="1400" b="0" i="0" u="none" kern="1200" dirty="0"/>
            <a:t> </a:t>
          </a:r>
          <a:r>
            <a:rPr lang="en-US" sz="1400" b="0" i="0" u="none" kern="1200" dirty="0" err="1"/>
            <a:t>viên</a:t>
          </a:r>
          <a:r>
            <a:rPr lang="en-US" sz="1400" b="0" i="0" u="none" kern="1200" dirty="0"/>
            <a:t> </a:t>
          </a:r>
          <a:r>
            <a:rPr lang="en-US" sz="1400" b="0" i="0" u="none" kern="1200" dirty="0" err="1"/>
            <a:t>chọn</a:t>
          </a:r>
          <a:r>
            <a:rPr lang="en-US" sz="1400" b="0" i="0" u="none" kern="1200" dirty="0"/>
            <a:t> ca </a:t>
          </a:r>
          <a:r>
            <a:rPr lang="en-US" sz="1400" b="0" i="0" u="none" kern="1200" dirty="0" err="1"/>
            <a:t>làm</a:t>
          </a:r>
          <a:r>
            <a:rPr lang="en-US" sz="1400" b="0" i="0" u="none" kern="1200" dirty="0"/>
            <a:t> </a:t>
          </a:r>
          <a:r>
            <a:rPr lang="en-US" sz="1400" b="0" i="0" u="none" kern="1200" dirty="0" err="1"/>
            <a:t>mong</a:t>
          </a:r>
          <a:r>
            <a:rPr lang="en-US" sz="1400" b="0" i="0" u="none" kern="1200" dirty="0"/>
            <a:t> </a:t>
          </a:r>
          <a:r>
            <a:rPr lang="en-US" sz="1400" b="0" i="0" u="none" kern="1200" dirty="0" err="1"/>
            <a:t>muốn</a:t>
          </a:r>
          <a:endParaRPr lang="en-US" sz="1400" b="1" kern="1200" dirty="0">
            <a:solidFill>
              <a:schemeClr val="tx1">
                <a:lumMod val="75000"/>
                <a:lumOff val="25000"/>
              </a:schemeClr>
            </a:solidFill>
            <a:effectLst/>
            <a:latin typeface="+mj-lt"/>
          </a:endParaRPr>
        </a:p>
      </dsp:txBody>
      <dsp:txXfrm>
        <a:off x="3647010" y="0"/>
        <a:ext cx="1510438" cy="1571740"/>
      </dsp:txXfrm>
    </dsp:sp>
    <dsp:sp modelId="{164A0F39-72C5-6C47-BD7E-D85A1B7BF6C9}">
      <dsp:nvSpPr>
        <dsp:cNvPr id="0" name=""/>
        <dsp:cNvSpPr/>
      </dsp:nvSpPr>
      <dsp:spPr>
        <a:xfrm>
          <a:off x="4205762" y="1768208"/>
          <a:ext cx="392935" cy="392935"/>
        </a:xfrm>
        <a:prstGeom prst="ellipse">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8596F0-52A6-A143-9BFC-DA068C37DE6F}">
      <dsp:nvSpPr>
        <dsp:cNvPr id="0" name=""/>
        <dsp:cNvSpPr/>
      </dsp:nvSpPr>
      <dsp:spPr>
        <a:xfrm>
          <a:off x="5205607" y="2357611"/>
          <a:ext cx="2394800" cy="1571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100000"/>
            </a:lnSpc>
            <a:spcBef>
              <a:spcPct val="0"/>
            </a:spcBef>
            <a:spcAft>
              <a:spcPct val="35000"/>
            </a:spcAft>
          </a:pPr>
          <a:r>
            <a:rPr lang="vi-VN" sz="1400" b="0" i="0" u="none" kern="1200" dirty="0"/>
            <a:t>Hệ thống xác nhận lựa chọn và lưu vào CSDL</a:t>
          </a:r>
          <a:endParaRPr lang="ru-RU" sz="1400" b="1" kern="1200" dirty="0">
            <a:solidFill>
              <a:schemeClr val="tx1">
                <a:lumMod val="75000"/>
                <a:lumOff val="25000"/>
              </a:schemeClr>
            </a:solidFill>
            <a:effectLst/>
            <a:latin typeface="+mj-lt"/>
          </a:endParaRPr>
        </a:p>
      </dsp:txBody>
      <dsp:txXfrm>
        <a:off x="5205607" y="2357611"/>
        <a:ext cx="2394800" cy="1571740"/>
      </dsp:txXfrm>
    </dsp:sp>
    <dsp:sp modelId="{1501A02B-D4EF-144E-9CF0-602A004680BE}">
      <dsp:nvSpPr>
        <dsp:cNvPr id="0" name=""/>
        <dsp:cNvSpPr/>
      </dsp:nvSpPr>
      <dsp:spPr>
        <a:xfrm>
          <a:off x="6206540" y="1768208"/>
          <a:ext cx="392935" cy="392935"/>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F10402-5A89-6540-96F4-099A00D5A2D6}">
      <dsp:nvSpPr>
        <dsp:cNvPr id="0" name=""/>
        <dsp:cNvSpPr/>
      </dsp:nvSpPr>
      <dsp:spPr>
        <a:xfrm>
          <a:off x="7648567" y="0"/>
          <a:ext cx="963179" cy="1571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100000"/>
            </a:lnSpc>
            <a:spcBef>
              <a:spcPct val="0"/>
            </a:spcBef>
            <a:spcAft>
              <a:spcPct val="35000"/>
            </a:spcAft>
          </a:pPr>
          <a:endParaRPr lang="ru-RU" sz="1400" b="1" kern="1200" dirty="0">
            <a:solidFill>
              <a:schemeClr val="tx1">
                <a:lumMod val="75000"/>
                <a:lumOff val="25000"/>
              </a:schemeClr>
            </a:solidFill>
            <a:effectLst/>
            <a:latin typeface="+mj-lt"/>
          </a:endParaRPr>
        </a:p>
      </dsp:txBody>
      <dsp:txXfrm>
        <a:off x="7648567" y="0"/>
        <a:ext cx="963179" cy="1571740"/>
      </dsp:txXfrm>
    </dsp:sp>
    <dsp:sp modelId="{C7D1C7BE-CF8B-A24E-8F4A-58F4F4E6CD28}">
      <dsp:nvSpPr>
        <dsp:cNvPr id="0" name=""/>
        <dsp:cNvSpPr/>
      </dsp:nvSpPr>
      <dsp:spPr>
        <a:xfrm>
          <a:off x="7459235" y="965952"/>
          <a:ext cx="392935" cy="392935"/>
        </a:xfrm>
        <a:prstGeom prst="ellipse">
          <a:avLst/>
        </a:prstGeom>
        <a:solidFill>
          <a:schemeClr val="bg1"/>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40E17B-9450-7742-BC2D-E5219F2ECB22}">
      <dsp:nvSpPr>
        <dsp:cNvPr id="0" name=""/>
        <dsp:cNvSpPr/>
      </dsp:nvSpPr>
      <dsp:spPr>
        <a:xfrm>
          <a:off x="592527" y="744"/>
          <a:ext cx="1520202" cy="1520202"/>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3662" tIns="30480" rIns="83662" bIns="30480" numCol="1" spcCol="1270" anchor="ctr" anchorCtr="0">
          <a:noAutofit/>
        </a:bodyPr>
        <a:lstStyle/>
        <a:p>
          <a:pPr lvl="0" algn="ctr" defTabSz="1066800">
            <a:lnSpc>
              <a:spcPct val="90000"/>
            </a:lnSpc>
            <a:spcBef>
              <a:spcPct val="0"/>
            </a:spcBef>
            <a:spcAft>
              <a:spcPct val="35000"/>
            </a:spcAft>
          </a:pPr>
          <a:r>
            <a:rPr lang="en-US" sz="2400" kern="1200" dirty="0" err="1">
              <a:solidFill>
                <a:schemeClr val="tx1">
                  <a:lumMod val="75000"/>
                  <a:lumOff val="25000"/>
                </a:schemeClr>
              </a:solidFill>
            </a:rPr>
            <a:t>Thêm</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món</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ăn</a:t>
          </a:r>
          <a:endParaRPr lang="en-US" sz="2400" kern="1200" dirty="0">
            <a:solidFill>
              <a:schemeClr val="tx1">
                <a:lumMod val="75000"/>
                <a:lumOff val="25000"/>
              </a:schemeClr>
            </a:solidFill>
          </a:endParaRPr>
        </a:p>
      </dsp:txBody>
      <dsp:txXfrm>
        <a:off x="815155" y="223372"/>
        <a:ext cx="1074946" cy="1074946"/>
      </dsp:txXfrm>
    </dsp:sp>
    <dsp:sp modelId="{5DEE9D32-C962-414F-8371-D3F310F6B736}">
      <dsp:nvSpPr>
        <dsp:cNvPr id="0" name=""/>
        <dsp:cNvSpPr/>
      </dsp:nvSpPr>
      <dsp:spPr>
        <a:xfrm>
          <a:off x="1808689" y="744"/>
          <a:ext cx="1520202" cy="1520202"/>
        </a:xfrm>
        <a:prstGeom prst="ellipse">
          <a:avLst/>
        </a:prstGeom>
        <a:solidFill>
          <a:schemeClr val="accent3">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3662" tIns="30480" rIns="83662" bIns="30480" numCol="1" spcCol="1270" anchor="ctr" anchorCtr="0">
          <a:noAutofit/>
        </a:bodyPr>
        <a:lstStyle/>
        <a:p>
          <a:pPr lvl="0" algn="ctr" defTabSz="1066800">
            <a:lnSpc>
              <a:spcPct val="90000"/>
            </a:lnSpc>
            <a:spcBef>
              <a:spcPct val="0"/>
            </a:spcBef>
            <a:spcAft>
              <a:spcPct val="35000"/>
            </a:spcAft>
          </a:pPr>
          <a:r>
            <a:rPr lang="en-US" sz="2400" kern="1200" dirty="0" err="1">
              <a:solidFill>
                <a:schemeClr val="tx1">
                  <a:lumMod val="75000"/>
                  <a:lumOff val="25000"/>
                </a:schemeClr>
              </a:solidFill>
            </a:rPr>
            <a:t>Sửa</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món</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ăn</a:t>
          </a:r>
          <a:endParaRPr lang="en-US" sz="2400" kern="1200" dirty="0">
            <a:solidFill>
              <a:schemeClr val="tx1">
                <a:lumMod val="75000"/>
                <a:lumOff val="25000"/>
              </a:schemeClr>
            </a:solidFill>
          </a:endParaRPr>
        </a:p>
      </dsp:txBody>
      <dsp:txXfrm>
        <a:off x="2031317" y="223372"/>
        <a:ext cx="1074946" cy="1074946"/>
      </dsp:txXfrm>
    </dsp:sp>
    <dsp:sp modelId="{C4F8DD03-4ECC-6140-8263-FBA3F82A527A}">
      <dsp:nvSpPr>
        <dsp:cNvPr id="0" name=""/>
        <dsp:cNvSpPr/>
      </dsp:nvSpPr>
      <dsp:spPr>
        <a:xfrm>
          <a:off x="3024851" y="744"/>
          <a:ext cx="1520202" cy="1520202"/>
        </a:xfrm>
        <a:prstGeom prst="ellipse">
          <a:avLst/>
        </a:prstGeom>
        <a:solidFill>
          <a:schemeClr val="accent4">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3662" tIns="30480" rIns="83662" bIns="30480" numCol="1" spcCol="1270" anchor="ctr" anchorCtr="0">
          <a:noAutofit/>
        </a:bodyPr>
        <a:lstStyle/>
        <a:p>
          <a:pPr lvl="0" algn="ctr" defTabSz="1066800">
            <a:lnSpc>
              <a:spcPct val="90000"/>
            </a:lnSpc>
            <a:spcBef>
              <a:spcPct val="0"/>
            </a:spcBef>
            <a:spcAft>
              <a:spcPct val="35000"/>
            </a:spcAft>
          </a:pPr>
          <a:r>
            <a:rPr lang="en-US" sz="2400" kern="1200" dirty="0" err="1">
              <a:solidFill>
                <a:schemeClr val="tx1">
                  <a:lumMod val="75000"/>
                  <a:lumOff val="25000"/>
                </a:schemeClr>
              </a:solidFill>
            </a:rPr>
            <a:t>Xóa</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món</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ăn</a:t>
          </a:r>
          <a:endParaRPr lang="en-US" sz="2400" kern="1200" dirty="0">
            <a:solidFill>
              <a:schemeClr val="tx1">
                <a:lumMod val="75000"/>
                <a:lumOff val="25000"/>
              </a:schemeClr>
            </a:solidFill>
          </a:endParaRPr>
        </a:p>
      </dsp:txBody>
      <dsp:txXfrm>
        <a:off x="3247479" y="223372"/>
        <a:ext cx="1074946" cy="10749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40E17B-9450-7742-BC2D-E5219F2ECB22}">
      <dsp:nvSpPr>
        <dsp:cNvPr id="0" name=""/>
        <dsp:cNvSpPr/>
      </dsp:nvSpPr>
      <dsp:spPr>
        <a:xfrm>
          <a:off x="592527" y="744"/>
          <a:ext cx="1520202" cy="1520202"/>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3662" tIns="30480" rIns="83662" bIns="30480" numCol="1" spcCol="1270" anchor="ctr" anchorCtr="0">
          <a:noAutofit/>
        </a:bodyPr>
        <a:lstStyle/>
        <a:p>
          <a:pPr lvl="0" algn="ctr" defTabSz="1066800">
            <a:lnSpc>
              <a:spcPct val="90000"/>
            </a:lnSpc>
            <a:spcBef>
              <a:spcPct val="0"/>
            </a:spcBef>
            <a:spcAft>
              <a:spcPct val="35000"/>
            </a:spcAft>
          </a:pPr>
          <a:r>
            <a:rPr lang="en-US" sz="2400" kern="1200" dirty="0" err="1">
              <a:solidFill>
                <a:schemeClr val="tx1">
                  <a:lumMod val="75000"/>
                  <a:lumOff val="25000"/>
                </a:schemeClr>
              </a:solidFill>
            </a:rPr>
            <a:t>Thêm</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nhân</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viên</a:t>
          </a:r>
          <a:endParaRPr lang="en-US" sz="2400" kern="1200" dirty="0">
            <a:solidFill>
              <a:schemeClr val="tx1">
                <a:lumMod val="75000"/>
                <a:lumOff val="25000"/>
              </a:schemeClr>
            </a:solidFill>
          </a:endParaRPr>
        </a:p>
      </dsp:txBody>
      <dsp:txXfrm>
        <a:off x="815155" y="223372"/>
        <a:ext cx="1074946" cy="1074946"/>
      </dsp:txXfrm>
    </dsp:sp>
    <dsp:sp modelId="{5DEE9D32-C962-414F-8371-D3F310F6B736}">
      <dsp:nvSpPr>
        <dsp:cNvPr id="0" name=""/>
        <dsp:cNvSpPr/>
      </dsp:nvSpPr>
      <dsp:spPr>
        <a:xfrm>
          <a:off x="1808689" y="744"/>
          <a:ext cx="1520202" cy="1520202"/>
        </a:xfrm>
        <a:prstGeom prst="ellipse">
          <a:avLst/>
        </a:prstGeom>
        <a:solidFill>
          <a:schemeClr val="accent3">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3662" tIns="30480" rIns="83662" bIns="30480" numCol="1" spcCol="1270" anchor="ctr" anchorCtr="0">
          <a:noAutofit/>
        </a:bodyPr>
        <a:lstStyle/>
        <a:p>
          <a:pPr lvl="0" algn="ctr" defTabSz="1066800">
            <a:lnSpc>
              <a:spcPct val="90000"/>
            </a:lnSpc>
            <a:spcBef>
              <a:spcPct val="0"/>
            </a:spcBef>
            <a:spcAft>
              <a:spcPct val="35000"/>
            </a:spcAft>
          </a:pPr>
          <a:r>
            <a:rPr lang="en-US" sz="2400" kern="1200" dirty="0" err="1">
              <a:solidFill>
                <a:schemeClr val="tx1">
                  <a:lumMod val="75000"/>
                  <a:lumOff val="25000"/>
                </a:schemeClr>
              </a:solidFill>
            </a:rPr>
            <a:t>Sửa</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nhân</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viên</a:t>
          </a:r>
          <a:endParaRPr lang="en-US" sz="2400" kern="1200" dirty="0">
            <a:solidFill>
              <a:schemeClr val="tx1">
                <a:lumMod val="75000"/>
                <a:lumOff val="25000"/>
              </a:schemeClr>
            </a:solidFill>
          </a:endParaRPr>
        </a:p>
      </dsp:txBody>
      <dsp:txXfrm>
        <a:off x="2031317" y="223372"/>
        <a:ext cx="1074946" cy="1074946"/>
      </dsp:txXfrm>
    </dsp:sp>
    <dsp:sp modelId="{C4F8DD03-4ECC-6140-8263-FBA3F82A527A}">
      <dsp:nvSpPr>
        <dsp:cNvPr id="0" name=""/>
        <dsp:cNvSpPr/>
      </dsp:nvSpPr>
      <dsp:spPr>
        <a:xfrm>
          <a:off x="3024851" y="744"/>
          <a:ext cx="1520202" cy="1520202"/>
        </a:xfrm>
        <a:prstGeom prst="ellipse">
          <a:avLst/>
        </a:prstGeom>
        <a:solidFill>
          <a:schemeClr val="accent4">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3662" tIns="30480" rIns="83662" bIns="30480" numCol="1" spcCol="1270" anchor="ctr" anchorCtr="0">
          <a:noAutofit/>
        </a:bodyPr>
        <a:lstStyle/>
        <a:p>
          <a:pPr lvl="0" algn="ctr" defTabSz="1066800">
            <a:lnSpc>
              <a:spcPct val="90000"/>
            </a:lnSpc>
            <a:spcBef>
              <a:spcPct val="0"/>
            </a:spcBef>
            <a:spcAft>
              <a:spcPct val="35000"/>
            </a:spcAft>
          </a:pPr>
          <a:r>
            <a:rPr lang="en-US" sz="2400" kern="1200" dirty="0" err="1">
              <a:solidFill>
                <a:schemeClr val="tx1">
                  <a:lumMod val="75000"/>
                  <a:lumOff val="25000"/>
                </a:schemeClr>
              </a:solidFill>
            </a:rPr>
            <a:t>Xóa</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nhân</a:t>
          </a:r>
          <a:r>
            <a:rPr lang="en-US" sz="2400" kern="1200" dirty="0">
              <a:solidFill>
                <a:schemeClr val="tx1">
                  <a:lumMod val="75000"/>
                  <a:lumOff val="25000"/>
                </a:schemeClr>
              </a:solidFill>
            </a:rPr>
            <a:t> </a:t>
          </a:r>
          <a:r>
            <a:rPr lang="en-US" sz="2400" kern="1200" dirty="0" err="1">
              <a:solidFill>
                <a:schemeClr val="tx1">
                  <a:lumMod val="75000"/>
                  <a:lumOff val="25000"/>
                </a:schemeClr>
              </a:solidFill>
            </a:rPr>
            <a:t>viên</a:t>
          </a:r>
          <a:endParaRPr lang="en-US" sz="2400" kern="1200" dirty="0">
            <a:solidFill>
              <a:schemeClr val="tx1">
                <a:lumMod val="75000"/>
                <a:lumOff val="25000"/>
              </a:schemeClr>
            </a:solidFill>
          </a:endParaRPr>
        </a:p>
      </dsp:txBody>
      <dsp:txXfrm>
        <a:off x="3247479" y="223372"/>
        <a:ext cx="1074946" cy="107494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6/12/2022</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1" name="Oval 10">
            <a:extLst>
              <a:ext uri="{FF2B5EF4-FFF2-40B4-BE49-F238E27FC236}">
                <a16:creationId xmlns:a16="http://schemas.microsoft.com/office/drawing/2014/main" id="{68EC5FC9-F7D0-0141-850B-7623CA81A775}"/>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B8F839E6-7F1F-6E4D-B83C-F5DA99E98229}"/>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EACA50E-A3A8-9D41-B30C-03B00FB2DEF0}"/>
              </a:ext>
            </a:extLst>
          </p:cNvPr>
          <p:cNvSpPr/>
          <p:nvPr userDrawn="1"/>
        </p:nvSpPr>
        <p:spPr>
          <a:xfrm>
            <a:off x="5664569" y="541205"/>
            <a:ext cx="283407" cy="283407"/>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A92073B-F20B-034A-BC3A-9B993F0DD0BA}"/>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4091F50-D240-B145-B0B1-DAEDDFDE34AD}"/>
              </a:ext>
            </a:extLst>
          </p:cNvPr>
          <p:cNvSpPr/>
          <p:nvPr userDrawn="1"/>
        </p:nvSpPr>
        <p:spPr>
          <a:xfrm>
            <a:off x="0" y="-1994"/>
            <a:ext cx="1700492" cy="1700492"/>
          </a:xfrm>
          <a:prstGeom prst="ellipse">
            <a:avLst/>
          </a:prstGeom>
          <a:noFill/>
          <a:ln w="381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72700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6/12/2022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21" name="Group 20">
            <a:extLst>
              <a:ext uri="{FF2B5EF4-FFF2-40B4-BE49-F238E27FC236}">
                <a16:creationId xmlns:a16="http://schemas.microsoft.com/office/drawing/2014/main" id="{7A2141DD-8D8D-FA43-BD4F-2CFC93C87782}"/>
              </a:ext>
            </a:extLst>
          </p:cNvPr>
          <p:cNvGrpSpPr/>
          <p:nvPr userDrawn="1"/>
        </p:nvGrpSpPr>
        <p:grpSpPr>
          <a:xfrm rot="5400000">
            <a:off x="-21619" y="1088453"/>
            <a:ext cx="910099" cy="99010"/>
            <a:chOff x="622418" y="280927"/>
            <a:chExt cx="2335705" cy="254101"/>
          </a:xfrm>
        </p:grpSpPr>
        <p:sp>
          <p:nvSpPr>
            <p:cNvPr id="22" name="Oval 21">
              <a:extLst>
                <a:ext uri="{FF2B5EF4-FFF2-40B4-BE49-F238E27FC236}">
                  <a16:creationId xmlns:a16="http://schemas.microsoft.com/office/drawing/2014/main" id="{71A62821-5E0F-DE41-B5C2-17A3A7277F4E}"/>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C311AE14-D8F0-1D4C-9D8D-603836582793}"/>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1F2BE645-D4F2-304C-9AFA-473D8F888A85}"/>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93640330-30A6-6948-87A7-9DE6D41794F5}"/>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ADFB6548-D83C-1D4E-AE87-2E8F1D3D0FA7}"/>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97C7400-7EDC-8845-AB5A-80FB8175C1E2}"/>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itle 1">
            <a:extLst>
              <a:ext uri="{FF2B5EF4-FFF2-40B4-BE49-F238E27FC236}">
                <a16:creationId xmlns:a16="http://schemas.microsoft.com/office/drawing/2014/main" id="{BC941C44-9B96-0040-8C71-D8364EB577C2}"/>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29" name="Oval 28">
            <a:extLst>
              <a:ext uri="{FF2B5EF4-FFF2-40B4-BE49-F238E27FC236}">
                <a16:creationId xmlns:a16="http://schemas.microsoft.com/office/drawing/2014/main" id="{E014993B-5057-2A4C-9CA0-383DC5504020}"/>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3B110E8-1FE2-BC47-A5AE-4C698B688B65}"/>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87DACF2F-5D4D-434D-8786-E4DF0385E6F6}"/>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FE816CC-CBCA-7946-B9E5-E9649EF369BE}"/>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18278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6/12/2022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4" name="Picture Placeholder 3">
            <a:extLst>
              <a:ext uri="{FF2B5EF4-FFF2-40B4-BE49-F238E27FC236}">
                <a16:creationId xmlns:a16="http://schemas.microsoft.com/office/drawing/2014/main" id="{C950F4E3-11A9-2549-A00D-601AEF6E49A4}"/>
              </a:ext>
            </a:extLst>
          </p:cNvPr>
          <p:cNvSpPr>
            <a:spLocks noGrp="1"/>
          </p:cNvSpPr>
          <p:nvPr>
            <p:ph type="pic" sz="quarter" idx="13"/>
          </p:nvPr>
        </p:nvSpPr>
        <p:spPr>
          <a:xfrm>
            <a:off x="1097279" y="2160508"/>
            <a:ext cx="2919413" cy="2919413"/>
          </a:xfrm>
          <a:prstGeom prst="ellipse">
            <a:avLst/>
          </a:prstGeom>
          <a:solidFill>
            <a:srgbClr val="EDEFF7"/>
          </a:solidFill>
          <a:ln w="38100">
            <a:solidFill>
              <a:schemeClr val="accent3"/>
            </a:solidFill>
          </a:ln>
        </p:spPr>
        <p:txBody>
          <a:bodyPr anchor="ctr"/>
          <a:lstStyle>
            <a:lvl1pPr algn="ctr">
              <a:defRPr/>
            </a:lvl1pPr>
          </a:lstStyle>
          <a:p>
            <a:r>
              <a:rPr lang="en-US"/>
              <a:t>Click icon to add picture</a:t>
            </a:r>
            <a:endParaRPr lang="en-US" dirty="0"/>
          </a:p>
        </p:txBody>
      </p:sp>
      <p:sp>
        <p:nvSpPr>
          <p:cNvPr id="21" name="Picture Placeholder 3">
            <a:extLst>
              <a:ext uri="{FF2B5EF4-FFF2-40B4-BE49-F238E27FC236}">
                <a16:creationId xmlns:a16="http://schemas.microsoft.com/office/drawing/2014/main" id="{21B5A175-E633-E74F-AE3B-DF58F989F443}"/>
              </a:ext>
            </a:extLst>
          </p:cNvPr>
          <p:cNvSpPr>
            <a:spLocks noGrp="1"/>
          </p:cNvSpPr>
          <p:nvPr>
            <p:ph type="pic" sz="quarter" idx="14"/>
          </p:nvPr>
        </p:nvSpPr>
        <p:spPr>
          <a:xfrm>
            <a:off x="4659186" y="2160508"/>
            <a:ext cx="2919413" cy="2919413"/>
          </a:xfrm>
          <a:prstGeom prst="ellipse">
            <a:avLst/>
          </a:prstGeom>
          <a:solidFill>
            <a:srgbClr val="EDEFF7"/>
          </a:solidFill>
          <a:ln w="38100">
            <a:solidFill>
              <a:schemeClr val="accent6"/>
            </a:solidFill>
          </a:ln>
        </p:spPr>
        <p:txBody>
          <a:bodyPr anchor="ctr"/>
          <a:lstStyle>
            <a:lvl1pPr algn="ctr">
              <a:defRPr/>
            </a:lvl1pPr>
          </a:lstStyle>
          <a:p>
            <a:r>
              <a:rPr lang="en-US"/>
              <a:t>Click icon to add picture</a:t>
            </a:r>
            <a:endParaRPr lang="en-US" dirty="0"/>
          </a:p>
        </p:txBody>
      </p:sp>
      <p:sp>
        <p:nvSpPr>
          <p:cNvPr id="22" name="Picture Placeholder 3">
            <a:extLst>
              <a:ext uri="{FF2B5EF4-FFF2-40B4-BE49-F238E27FC236}">
                <a16:creationId xmlns:a16="http://schemas.microsoft.com/office/drawing/2014/main" id="{261D2778-BA56-D247-9B2C-28D010C9D4E2}"/>
              </a:ext>
            </a:extLst>
          </p:cNvPr>
          <p:cNvSpPr>
            <a:spLocks noGrp="1"/>
          </p:cNvSpPr>
          <p:nvPr>
            <p:ph type="pic" sz="quarter" idx="15"/>
          </p:nvPr>
        </p:nvSpPr>
        <p:spPr>
          <a:xfrm>
            <a:off x="8221093" y="2160508"/>
            <a:ext cx="2919413" cy="2919413"/>
          </a:xfrm>
          <a:prstGeom prst="ellipse">
            <a:avLst/>
          </a:prstGeom>
          <a:solidFill>
            <a:srgbClr val="EDEFF7"/>
          </a:solidFill>
          <a:ln w="38100">
            <a:solidFill>
              <a:schemeClr val="accent1"/>
            </a:solidFill>
          </a:ln>
        </p:spPr>
        <p:txBody>
          <a:bodyPr anchor="ctr"/>
          <a:lstStyle>
            <a:lvl1pPr algn="ctr">
              <a:defRPr/>
            </a:lvl1pPr>
          </a:lstStyle>
          <a:p>
            <a:r>
              <a:rPr lang="en-US"/>
              <a:t>Click icon to add picture</a:t>
            </a:r>
            <a:endParaRPr lang="en-US" dirty="0"/>
          </a:p>
        </p:txBody>
      </p:sp>
      <p:sp>
        <p:nvSpPr>
          <p:cNvPr id="23" name="Text Placeholder 3">
            <a:extLst>
              <a:ext uri="{FF2B5EF4-FFF2-40B4-BE49-F238E27FC236}">
                <a16:creationId xmlns:a16="http://schemas.microsoft.com/office/drawing/2014/main" id="{2DAF6EFF-134E-BA40-8B51-917FDE13C076}"/>
              </a:ext>
            </a:extLst>
          </p:cNvPr>
          <p:cNvSpPr>
            <a:spLocks noGrp="1"/>
          </p:cNvSpPr>
          <p:nvPr>
            <p:ph type="body" sz="half" idx="2" hasCustomPrompt="1"/>
          </p:nvPr>
        </p:nvSpPr>
        <p:spPr>
          <a:xfrm>
            <a:off x="1097279"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sp>
        <p:nvSpPr>
          <p:cNvPr id="24" name="Text Placeholder 3">
            <a:extLst>
              <a:ext uri="{FF2B5EF4-FFF2-40B4-BE49-F238E27FC236}">
                <a16:creationId xmlns:a16="http://schemas.microsoft.com/office/drawing/2014/main" id="{188BF917-678C-1249-95B9-7FD2AC7B2231}"/>
              </a:ext>
            </a:extLst>
          </p:cNvPr>
          <p:cNvSpPr>
            <a:spLocks noGrp="1"/>
          </p:cNvSpPr>
          <p:nvPr>
            <p:ph type="body" sz="half" idx="16" hasCustomPrompt="1"/>
          </p:nvPr>
        </p:nvSpPr>
        <p:spPr>
          <a:xfrm>
            <a:off x="4666773"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sp>
        <p:nvSpPr>
          <p:cNvPr id="25" name="Text Placeholder 3">
            <a:extLst>
              <a:ext uri="{FF2B5EF4-FFF2-40B4-BE49-F238E27FC236}">
                <a16:creationId xmlns:a16="http://schemas.microsoft.com/office/drawing/2014/main" id="{BAFF17AE-3EA2-2D47-BCDD-E5587B127062}"/>
              </a:ext>
            </a:extLst>
          </p:cNvPr>
          <p:cNvSpPr>
            <a:spLocks noGrp="1"/>
          </p:cNvSpPr>
          <p:nvPr>
            <p:ph type="body" sz="half" idx="17" hasCustomPrompt="1"/>
          </p:nvPr>
        </p:nvSpPr>
        <p:spPr>
          <a:xfrm>
            <a:off x="8236267"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grpSp>
        <p:nvGrpSpPr>
          <p:cNvPr id="26" name="Group 25">
            <a:extLst>
              <a:ext uri="{FF2B5EF4-FFF2-40B4-BE49-F238E27FC236}">
                <a16:creationId xmlns:a16="http://schemas.microsoft.com/office/drawing/2014/main" id="{F2D7EDB7-7C02-0245-8A1F-553F094A4429}"/>
              </a:ext>
            </a:extLst>
          </p:cNvPr>
          <p:cNvGrpSpPr/>
          <p:nvPr userDrawn="1"/>
        </p:nvGrpSpPr>
        <p:grpSpPr>
          <a:xfrm rot="5400000">
            <a:off x="-21619" y="1088453"/>
            <a:ext cx="910099" cy="99010"/>
            <a:chOff x="622418" y="280927"/>
            <a:chExt cx="2335705" cy="254101"/>
          </a:xfrm>
        </p:grpSpPr>
        <p:sp>
          <p:nvSpPr>
            <p:cNvPr id="27" name="Oval 26">
              <a:extLst>
                <a:ext uri="{FF2B5EF4-FFF2-40B4-BE49-F238E27FC236}">
                  <a16:creationId xmlns:a16="http://schemas.microsoft.com/office/drawing/2014/main" id="{8CF5D165-4F6F-2447-8B9E-8B0D94808ED3}"/>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46C35C7-7133-4C43-BBF7-575440F7BAD3}"/>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D33DD7BE-C379-5C42-9FB0-EF72161049F4}"/>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743DFC41-C6DE-7942-9358-E23A1EE8759D}"/>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A2ABB593-7229-9548-8BCC-C947B1BF8D93}"/>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86D2413-D60D-484E-ACAB-31891AFDA133}"/>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4" name="Title 1">
            <a:extLst>
              <a:ext uri="{FF2B5EF4-FFF2-40B4-BE49-F238E27FC236}">
                <a16:creationId xmlns:a16="http://schemas.microsoft.com/office/drawing/2014/main" id="{86090E0F-345E-3D4B-8886-95D8A4A77CE7}"/>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Tree>
    <p:extLst>
      <p:ext uri="{BB962C8B-B14F-4D97-AF65-F5344CB8AC3E}">
        <p14:creationId xmlns:p14="http://schemas.microsoft.com/office/powerpoint/2010/main" val="3258682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17873" y="758952"/>
            <a:ext cx="7356255" cy="3566160"/>
          </a:xfrm>
          <a:prstGeom prst="rect">
            <a:avLst/>
          </a:prstGeom>
        </p:spPr>
        <p:txBody>
          <a:bodyPr anchor="b" anchorCtr="0">
            <a:normAutofit/>
          </a:bodyPr>
          <a:lstStyle>
            <a:lvl1pPr algn="ctr">
              <a:lnSpc>
                <a:spcPct val="90000"/>
              </a:lnSpc>
              <a:defRPr sz="8000" b="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417873" y="4663440"/>
            <a:ext cx="7356255" cy="1143000"/>
          </a:xfrm>
        </p:spPr>
        <p:txBody>
          <a:bodyPr lIns="91440" rIns="91440" anchor="t" anchorCtr="0">
            <a:normAutofit/>
          </a:bodyPr>
          <a:lstStyle>
            <a:lvl1pPr marL="0" indent="0" algn="ctr">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158240" y="4485132"/>
            <a:ext cx="9875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6/12/2022</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2" name="Oval 11">
            <a:extLst>
              <a:ext uri="{FF2B5EF4-FFF2-40B4-BE49-F238E27FC236}">
                <a16:creationId xmlns:a16="http://schemas.microsoft.com/office/drawing/2014/main" id="{8675A452-E352-BE40-9E44-7C0E90F4DBC5}"/>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72E00246-7C7C-8E48-B95E-02BE89F197F5}"/>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BF1652A-A323-BC48-9A00-7ECF1C4E1DA4}"/>
              </a:ext>
            </a:extLst>
          </p:cNvPr>
          <p:cNvSpPr/>
          <p:nvPr userDrawn="1"/>
        </p:nvSpPr>
        <p:spPr>
          <a:xfrm>
            <a:off x="11634902" y="2565781"/>
            <a:ext cx="283407" cy="283407"/>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F733BC29-8FD1-CB45-8FF6-0C7CC3CB423D}"/>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4C67EB1F-C984-B840-BD1F-FD174D01A3AF}"/>
              </a:ext>
            </a:extLst>
          </p:cNvPr>
          <p:cNvSpPr/>
          <p:nvPr userDrawn="1"/>
        </p:nvSpPr>
        <p:spPr>
          <a:xfrm>
            <a:off x="6135" y="0"/>
            <a:ext cx="1700492" cy="1700492"/>
          </a:xfrm>
          <a:prstGeom prst="ellipse">
            <a:avLst/>
          </a:prstGeom>
          <a:noFill/>
          <a:ln w="381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9D75F8B1-A294-E349-BD08-B06B2954212A}"/>
              </a:ext>
            </a:extLst>
          </p:cNvPr>
          <p:cNvGrpSpPr/>
          <p:nvPr userDrawn="1"/>
        </p:nvGrpSpPr>
        <p:grpSpPr>
          <a:xfrm>
            <a:off x="495300" y="0"/>
            <a:ext cx="11201400" cy="6880860"/>
            <a:chOff x="495300" y="0"/>
            <a:chExt cx="11201400" cy="6880860"/>
          </a:xfrm>
        </p:grpSpPr>
        <p:sp>
          <p:nvSpPr>
            <p:cNvPr id="33" name="Freeform 32">
              <a:extLst>
                <a:ext uri="{FF2B5EF4-FFF2-40B4-BE49-F238E27FC236}">
                  <a16:creationId xmlns:a16="http://schemas.microsoft.com/office/drawing/2014/main" id="{5942EFAD-842E-9C46-9853-C0F135D24007}"/>
                </a:ext>
              </a:extLst>
            </p:cNvPr>
            <p:cNvSpPr/>
            <p:nvPr userDrawn="1"/>
          </p:nvSpPr>
          <p:spPr>
            <a:xfrm>
              <a:off x="495300" y="0"/>
              <a:ext cx="1337265" cy="6880860"/>
            </a:xfrm>
            <a:custGeom>
              <a:avLst/>
              <a:gdLst>
                <a:gd name="connsiteX0" fmla="*/ 1173967 w 1337265"/>
                <a:gd name="connsiteY0" fmla="*/ 0 h 6880860"/>
                <a:gd name="connsiteX1" fmla="*/ 1319300 w 1337265"/>
                <a:gd name="connsiteY1" fmla="*/ 0 h 6880860"/>
                <a:gd name="connsiteX2" fmla="*/ 1204253 w 1337265"/>
                <a:gd name="connsiteY2" fmla="*/ 146399 h 6880860"/>
                <a:gd name="connsiteX3" fmla="*/ 114300 w 1337265"/>
                <a:gd name="connsiteY3" fmla="*/ 3429000 h 6880860"/>
                <a:gd name="connsiteX4" fmla="*/ 1204253 w 1337265"/>
                <a:gd name="connsiteY4" fmla="*/ 6711601 h 6880860"/>
                <a:gd name="connsiteX5" fmla="*/ 1337265 w 1337265"/>
                <a:gd name="connsiteY5" fmla="*/ 6880860 h 6880860"/>
                <a:gd name="connsiteX6" fmla="*/ 1191931 w 1337265"/>
                <a:gd name="connsiteY6" fmla="*/ 6880860 h 6880860"/>
                <a:gd name="connsiteX7" fmla="*/ 1112661 w 1337265"/>
                <a:gd name="connsiteY7" fmla="*/ 6779988 h 6880860"/>
                <a:gd name="connsiteX8" fmla="*/ 0 w 1337265"/>
                <a:gd name="connsiteY8" fmla="*/ 3429000 h 6880860"/>
                <a:gd name="connsiteX9" fmla="*/ 1112661 w 1337265"/>
                <a:gd name="connsiteY9" fmla="*/ 78012 h 6880860"/>
                <a:gd name="connsiteX10" fmla="*/ 1173967 w 1337265"/>
                <a:gd name="connsiteY10" fmla="*/ 0 h 68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265" h="6880860">
                  <a:moveTo>
                    <a:pt x="1173967" y="0"/>
                  </a:moveTo>
                  <a:lnTo>
                    <a:pt x="1319300" y="0"/>
                  </a:lnTo>
                  <a:lnTo>
                    <a:pt x="1204253" y="146399"/>
                  </a:lnTo>
                  <a:cubicBezTo>
                    <a:pt x="519693" y="1061765"/>
                    <a:pt x="114300" y="2198040"/>
                    <a:pt x="114300" y="3429000"/>
                  </a:cubicBezTo>
                  <a:cubicBezTo>
                    <a:pt x="114300" y="4659960"/>
                    <a:pt x="519693" y="5796235"/>
                    <a:pt x="1204253" y="6711601"/>
                  </a:cubicBezTo>
                  <a:lnTo>
                    <a:pt x="1337265" y="6880860"/>
                  </a:lnTo>
                  <a:lnTo>
                    <a:pt x="1191931" y="6880860"/>
                  </a:lnTo>
                  <a:lnTo>
                    <a:pt x="1112661" y="6779988"/>
                  </a:lnTo>
                  <a:cubicBezTo>
                    <a:pt x="413839" y="5845552"/>
                    <a:pt x="0" y="4685605"/>
                    <a:pt x="0" y="3429000"/>
                  </a:cubicBezTo>
                  <a:cubicBezTo>
                    <a:pt x="0" y="2172395"/>
                    <a:pt x="413839" y="1012448"/>
                    <a:pt x="1112661" y="78012"/>
                  </a:cubicBezTo>
                  <a:lnTo>
                    <a:pt x="1173967"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31">
              <a:extLst>
                <a:ext uri="{FF2B5EF4-FFF2-40B4-BE49-F238E27FC236}">
                  <a16:creationId xmlns:a16="http://schemas.microsoft.com/office/drawing/2014/main" id="{BE0B7AF7-52C0-EB45-93DE-79DFF44F5AAE}"/>
                </a:ext>
              </a:extLst>
            </p:cNvPr>
            <p:cNvSpPr/>
            <p:nvPr userDrawn="1"/>
          </p:nvSpPr>
          <p:spPr>
            <a:xfrm>
              <a:off x="10359435" y="0"/>
              <a:ext cx="1337265" cy="6880860"/>
            </a:xfrm>
            <a:custGeom>
              <a:avLst/>
              <a:gdLst>
                <a:gd name="connsiteX0" fmla="*/ 17965 w 1337265"/>
                <a:gd name="connsiteY0" fmla="*/ 0 h 6880860"/>
                <a:gd name="connsiteX1" fmla="*/ 163299 w 1337265"/>
                <a:gd name="connsiteY1" fmla="*/ 0 h 6880860"/>
                <a:gd name="connsiteX2" fmla="*/ 224604 w 1337265"/>
                <a:gd name="connsiteY2" fmla="*/ 78012 h 6880860"/>
                <a:gd name="connsiteX3" fmla="*/ 1337265 w 1337265"/>
                <a:gd name="connsiteY3" fmla="*/ 3429000 h 6880860"/>
                <a:gd name="connsiteX4" fmla="*/ 224604 w 1337265"/>
                <a:gd name="connsiteY4" fmla="*/ 6779988 h 6880860"/>
                <a:gd name="connsiteX5" fmla="*/ 145334 w 1337265"/>
                <a:gd name="connsiteY5" fmla="*/ 6880860 h 6880860"/>
                <a:gd name="connsiteX6" fmla="*/ 0 w 1337265"/>
                <a:gd name="connsiteY6" fmla="*/ 6880860 h 6880860"/>
                <a:gd name="connsiteX7" fmla="*/ 133012 w 1337265"/>
                <a:gd name="connsiteY7" fmla="*/ 6711601 h 6880860"/>
                <a:gd name="connsiteX8" fmla="*/ 1222965 w 1337265"/>
                <a:gd name="connsiteY8" fmla="*/ 3429000 h 6880860"/>
                <a:gd name="connsiteX9" fmla="*/ 133012 w 1337265"/>
                <a:gd name="connsiteY9" fmla="*/ 146399 h 6880860"/>
                <a:gd name="connsiteX10" fmla="*/ 17965 w 1337265"/>
                <a:gd name="connsiteY10" fmla="*/ 0 h 68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265" h="6880860">
                  <a:moveTo>
                    <a:pt x="17965" y="0"/>
                  </a:moveTo>
                  <a:lnTo>
                    <a:pt x="163299" y="0"/>
                  </a:lnTo>
                  <a:lnTo>
                    <a:pt x="224604" y="78012"/>
                  </a:lnTo>
                  <a:cubicBezTo>
                    <a:pt x="923426" y="1012448"/>
                    <a:pt x="1337265" y="2172395"/>
                    <a:pt x="1337265" y="3429000"/>
                  </a:cubicBezTo>
                  <a:cubicBezTo>
                    <a:pt x="1337265" y="4685605"/>
                    <a:pt x="923426" y="5845552"/>
                    <a:pt x="224604" y="6779988"/>
                  </a:cubicBezTo>
                  <a:lnTo>
                    <a:pt x="145334" y="6880860"/>
                  </a:lnTo>
                  <a:lnTo>
                    <a:pt x="0" y="6880860"/>
                  </a:lnTo>
                  <a:lnTo>
                    <a:pt x="133012" y="6711601"/>
                  </a:lnTo>
                  <a:cubicBezTo>
                    <a:pt x="817572" y="5796235"/>
                    <a:pt x="1222965" y="4659960"/>
                    <a:pt x="1222965" y="3429000"/>
                  </a:cubicBezTo>
                  <a:cubicBezTo>
                    <a:pt x="1222965" y="2198040"/>
                    <a:pt x="817572" y="1061765"/>
                    <a:pt x="133012" y="146399"/>
                  </a:cubicBezTo>
                  <a:lnTo>
                    <a:pt x="17965"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96984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80" y="2120900"/>
            <a:ext cx="4639736" cy="374819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6/12/2022</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11" name="Group 10">
            <a:extLst>
              <a:ext uri="{FF2B5EF4-FFF2-40B4-BE49-F238E27FC236}">
                <a16:creationId xmlns:a16="http://schemas.microsoft.com/office/drawing/2014/main" id="{D06E6D77-4CA3-764C-99E1-7D2CFE6B929E}"/>
              </a:ext>
            </a:extLst>
          </p:cNvPr>
          <p:cNvGrpSpPr/>
          <p:nvPr userDrawn="1"/>
        </p:nvGrpSpPr>
        <p:grpSpPr>
          <a:xfrm rot="5400000">
            <a:off x="-21619" y="1088453"/>
            <a:ext cx="910099" cy="99010"/>
            <a:chOff x="622418" y="280927"/>
            <a:chExt cx="2335705" cy="254101"/>
          </a:xfrm>
        </p:grpSpPr>
        <p:sp>
          <p:nvSpPr>
            <p:cNvPr id="12" name="Oval 11">
              <a:extLst>
                <a:ext uri="{FF2B5EF4-FFF2-40B4-BE49-F238E27FC236}">
                  <a16:creationId xmlns:a16="http://schemas.microsoft.com/office/drawing/2014/main" id="{1D155117-8A2A-414B-9598-C2919DF747DC}"/>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3838F88-99DE-9246-A83B-9C7DB6AE99EF}"/>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D031FBA2-FD0D-7346-8941-4861923E15CF}"/>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022D5D5E-3339-5D47-9E1C-8897082672DB}"/>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3BE7267-458F-A141-8480-10E9FB55367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71A438B-57BE-F445-AFBB-BBB2270E9BB4}"/>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itle 1">
            <a:extLst>
              <a:ext uri="{FF2B5EF4-FFF2-40B4-BE49-F238E27FC236}">
                <a16:creationId xmlns:a16="http://schemas.microsoft.com/office/drawing/2014/main" id="{040C74AA-3663-2A49-AA62-C9207F22BF3D}"/>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19" name="Oval 18">
            <a:extLst>
              <a:ext uri="{FF2B5EF4-FFF2-40B4-BE49-F238E27FC236}">
                <a16:creationId xmlns:a16="http://schemas.microsoft.com/office/drawing/2014/main" id="{8E70AAE0-F405-8C4D-B2F2-BC73ABD2560F}"/>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FC72AC8A-19AA-5641-88DA-414732A1A643}"/>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B0FF4153-FE4A-204C-B4B4-F331F8058F73}"/>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C0910027-B57E-5C4C-B196-C2CF16EB6B83}"/>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87972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6/12/2022</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13" name="Group 12">
            <a:extLst>
              <a:ext uri="{FF2B5EF4-FFF2-40B4-BE49-F238E27FC236}">
                <a16:creationId xmlns:a16="http://schemas.microsoft.com/office/drawing/2014/main" id="{DD896C11-7092-DD43-9676-23A81081B759}"/>
              </a:ext>
            </a:extLst>
          </p:cNvPr>
          <p:cNvGrpSpPr/>
          <p:nvPr userDrawn="1"/>
        </p:nvGrpSpPr>
        <p:grpSpPr>
          <a:xfrm rot="5400000">
            <a:off x="-21619" y="1088453"/>
            <a:ext cx="910099" cy="99010"/>
            <a:chOff x="622418" y="280927"/>
            <a:chExt cx="2335705" cy="254101"/>
          </a:xfrm>
        </p:grpSpPr>
        <p:sp>
          <p:nvSpPr>
            <p:cNvPr id="14" name="Oval 13">
              <a:extLst>
                <a:ext uri="{FF2B5EF4-FFF2-40B4-BE49-F238E27FC236}">
                  <a16:creationId xmlns:a16="http://schemas.microsoft.com/office/drawing/2014/main" id="{D39FB8D4-533A-0C44-89B5-487470B0B82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42B0AB-C322-C14B-B2A1-E9F144473219}"/>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47ABE4C7-7926-3949-9205-07E33FB2D2CE}"/>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E1B43F26-6C7C-4D43-9D1C-A0F792F54874}"/>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C53D175F-F9D4-DD4E-81B9-495A2E867249}"/>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852D03A0-BBCF-2042-832A-8082F1377835}"/>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itle 1">
            <a:extLst>
              <a:ext uri="{FF2B5EF4-FFF2-40B4-BE49-F238E27FC236}">
                <a16:creationId xmlns:a16="http://schemas.microsoft.com/office/drawing/2014/main" id="{E2831508-70C2-2F43-998D-55CE4837BA4C}"/>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21" name="Oval 20">
            <a:extLst>
              <a:ext uri="{FF2B5EF4-FFF2-40B4-BE49-F238E27FC236}">
                <a16:creationId xmlns:a16="http://schemas.microsoft.com/office/drawing/2014/main" id="{5232ACE3-4E65-6243-9416-19BFA39FD92C}"/>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372105-F1CB-9149-A4B9-C151B3CCB9B4}"/>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CAE2DDF3-5C18-5644-8994-8CD902656DE8}"/>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0383F4E3-E6C1-BB40-90E6-290C140F9A07}"/>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9594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6/12/2022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9" name="Group 8">
            <a:extLst>
              <a:ext uri="{FF2B5EF4-FFF2-40B4-BE49-F238E27FC236}">
                <a16:creationId xmlns:a16="http://schemas.microsoft.com/office/drawing/2014/main" id="{A2C09A16-A6B6-E04E-A40A-F482C0A95C0A}"/>
              </a:ext>
            </a:extLst>
          </p:cNvPr>
          <p:cNvGrpSpPr/>
          <p:nvPr userDrawn="1"/>
        </p:nvGrpSpPr>
        <p:grpSpPr>
          <a:xfrm rot="5400000">
            <a:off x="-21619" y="1088453"/>
            <a:ext cx="910099" cy="99010"/>
            <a:chOff x="622418" y="280927"/>
            <a:chExt cx="2335705" cy="254101"/>
          </a:xfrm>
        </p:grpSpPr>
        <p:sp>
          <p:nvSpPr>
            <p:cNvPr id="10" name="Oval 9">
              <a:extLst>
                <a:ext uri="{FF2B5EF4-FFF2-40B4-BE49-F238E27FC236}">
                  <a16:creationId xmlns:a16="http://schemas.microsoft.com/office/drawing/2014/main" id="{A6B2DF34-338D-4F43-B8F7-D7A00348B68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3778C21-4171-774D-A73F-77BEBF2E4C18}"/>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C25D2EF-AE01-A247-8BC3-8F35F863C0A6}"/>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F860801-109B-EB4F-96A8-35D76B759583}"/>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7337F70-9199-7242-BD8B-8F96606A18A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F9320B7-AD58-7649-BC95-614ED90F4E69}"/>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itle 1">
            <a:extLst>
              <a:ext uri="{FF2B5EF4-FFF2-40B4-BE49-F238E27FC236}">
                <a16:creationId xmlns:a16="http://schemas.microsoft.com/office/drawing/2014/main" id="{0C0DE796-998A-F84E-9B56-1958C6777C8D}"/>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17" name="Oval 16">
            <a:extLst>
              <a:ext uri="{FF2B5EF4-FFF2-40B4-BE49-F238E27FC236}">
                <a16:creationId xmlns:a16="http://schemas.microsoft.com/office/drawing/2014/main" id="{7B23D2B0-E152-D14D-8154-8DD47BD10DF3}"/>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8A3BEDF6-5ABA-3B42-99BB-4438813B1A4B}"/>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A9CF8BE7-F2AC-AB4C-900F-F64D55111EFC}"/>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5EF4254B-D281-684E-BD0B-63AEC0AC197C}"/>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0013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6/12/2022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9" name="Group 8">
            <a:extLst>
              <a:ext uri="{FF2B5EF4-FFF2-40B4-BE49-F238E27FC236}">
                <a16:creationId xmlns:a16="http://schemas.microsoft.com/office/drawing/2014/main" id="{A2C09A16-A6B6-E04E-A40A-F482C0A95C0A}"/>
              </a:ext>
            </a:extLst>
          </p:cNvPr>
          <p:cNvGrpSpPr/>
          <p:nvPr userDrawn="1"/>
        </p:nvGrpSpPr>
        <p:grpSpPr>
          <a:xfrm rot="5400000">
            <a:off x="-21619" y="1088453"/>
            <a:ext cx="910099" cy="99010"/>
            <a:chOff x="622418" y="280927"/>
            <a:chExt cx="2335705" cy="254101"/>
          </a:xfrm>
        </p:grpSpPr>
        <p:sp>
          <p:nvSpPr>
            <p:cNvPr id="10" name="Oval 9">
              <a:extLst>
                <a:ext uri="{FF2B5EF4-FFF2-40B4-BE49-F238E27FC236}">
                  <a16:creationId xmlns:a16="http://schemas.microsoft.com/office/drawing/2014/main" id="{A6B2DF34-338D-4F43-B8F7-D7A00348B68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3778C21-4171-774D-A73F-77BEBF2E4C18}"/>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C25D2EF-AE01-A247-8BC3-8F35F863C0A6}"/>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F860801-109B-EB4F-96A8-35D76B759583}"/>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7337F70-9199-7242-BD8B-8F96606A18A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F9320B7-AD58-7649-BC95-614ED90F4E69}"/>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itle 1">
            <a:extLst>
              <a:ext uri="{FF2B5EF4-FFF2-40B4-BE49-F238E27FC236}">
                <a16:creationId xmlns:a16="http://schemas.microsoft.com/office/drawing/2014/main" id="{0C0DE796-998A-F84E-9B56-1958C6777C8D}"/>
              </a:ext>
            </a:extLst>
          </p:cNvPr>
          <p:cNvSpPr>
            <a:spLocks noGrp="1"/>
          </p:cNvSpPr>
          <p:nvPr>
            <p:ph type="title" hasCustomPrompt="1"/>
          </p:nvPr>
        </p:nvSpPr>
        <p:spPr>
          <a:xfrm>
            <a:off x="1097280" y="421817"/>
            <a:ext cx="5751389" cy="1369074"/>
          </a:xfrm>
          <a:prstGeom prst="rect">
            <a:avLst/>
          </a:prstGeom>
        </p:spPr>
        <p:txBody>
          <a:bodyPr lIns="0" rIns="0" anchor="ctr">
            <a:normAutofit/>
          </a:bodyPr>
          <a:lstStyle>
            <a:lvl1pPr>
              <a:defRPr sz="4000" cap="all" baseline="0"/>
            </a:lvl1pPr>
          </a:lstStyle>
          <a:p>
            <a:r>
              <a:rPr lang="en-US" dirty="0"/>
              <a:t>Title Goes Here</a:t>
            </a:r>
          </a:p>
        </p:txBody>
      </p:sp>
      <p:sp>
        <p:nvSpPr>
          <p:cNvPr id="21" name="Picture Placeholder 20">
            <a:extLst>
              <a:ext uri="{FF2B5EF4-FFF2-40B4-BE49-F238E27FC236}">
                <a16:creationId xmlns:a16="http://schemas.microsoft.com/office/drawing/2014/main" id="{384D173E-9054-4C40-98EA-A6EAC4D8511B}"/>
              </a:ext>
            </a:extLst>
          </p:cNvPr>
          <p:cNvSpPr>
            <a:spLocks noGrp="1"/>
          </p:cNvSpPr>
          <p:nvPr>
            <p:ph type="pic" sz="quarter" idx="13"/>
          </p:nvPr>
        </p:nvSpPr>
        <p:spPr>
          <a:xfrm>
            <a:off x="7921641" y="0"/>
            <a:ext cx="4270360" cy="6858001"/>
          </a:xfrm>
          <a:custGeom>
            <a:avLst/>
            <a:gdLst>
              <a:gd name="connsiteX0" fmla="*/ 1904091 w 4305219"/>
              <a:gd name="connsiteY0" fmla="*/ 0 h 6913983"/>
              <a:gd name="connsiteX1" fmla="*/ 4305219 w 4305219"/>
              <a:gd name="connsiteY1" fmla="*/ 0 h 6913983"/>
              <a:gd name="connsiteX2" fmla="*/ 4305219 w 4305219"/>
              <a:gd name="connsiteY2" fmla="*/ 6913983 h 6913983"/>
              <a:gd name="connsiteX3" fmla="*/ 1818156 w 4305219"/>
              <a:gd name="connsiteY3" fmla="*/ 6913983 h 6913983"/>
              <a:gd name="connsiteX4" fmla="*/ 1507580 w 4305219"/>
              <a:gd name="connsiteY4" fmla="*/ 6681739 h 6913983"/>
              <a:gd name="connsiteX5" fmla="*/ 0 w 4305219"/>
              <a:gd name="connsiteY5" fmla="*/ 3484983 h 6913983"/>
              <a:gd name="connsiteX6" fmla="*/ 1826504 w 4305219"/>
              <a:gd name="connsiteY6" fmla="*/ 49741 h 691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5219" h="6913983">
                <a:moveTo>
                  <a:pt x="1904091" y="0"/>
                </a:moveTo>
                <a:lnTo>
                  <a:pt x="4305219" y="0"/>
                </a:lnTo>
                <a:lnTo>
                  <a:pt x="4305219" y="6913983"/>
                </a:lnTo>
                <a:lnTo>
                  <a:pt x="1818156" y="6913983"/>
                </a:lnTo>
                <a:lnTo>
                  <a:pt x="1507580" y="6681739"/>
                </a:lnTo>
                <a:cubicBezTo>
                  <a:pt x="586863" y="5921896"/>
                  <a:pt x="0" y="4771974"/>
                  <a:pt x="0" y="3484983"/>
                </a:cubicBezTo>
                <a:cubicBezTo>
                  <a:pt x="0" y="2054993"/>
                  <a:pt x="724522" y="794225"/>
                  <a:pt x="1826504" y="49741"/>
                </a:cubicBezTo>
                <a:close/>
              </a:path>
            </a:pathLst>
          </a:cu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txBody>
          <a:bodyPr wrap="square">
            <a:noAutofit/>
          </a:bodyPr>
          <a:lstStyle/>
          <a:p>
            <a:r>
              <a:rPr lang="en-US"/>
              <a:t>Click icon to add picture</a:t>
            </a:r>
            <a:endParaRPr lang="en-US" dirty="0"/>
          </a:p>
        </p:txBody>
      </p:sp>
      <p:sp>
        <p:nvSpPr>
          <p:cNvPr id="18" name="Content Placeholder 2">
            <a:extLst>
              <a:ext uri="{FF2B5EF4-FFF2-40B4-BE49-F238E27FC236}">
                <a16:creationId xmlns:a16="http://schemas.microsoft.com/office/drawing/2014/main" id="{881322FE-E286-E344-B332-CF37E6CAD2DC}"/>
              </a:ext>
            </a:extLst>
          </p:cNvPr>
          <p:cNvSpPr>
            <a:spLocks noGrp="1"/>
          </p:cNvSpPr>
          <p:nvPr>
            <p:ph sz="half" idx="1"/>
          </p:nvPr>
        </p:nvSpPr>
        <p:spPr>
          <a:xfrm>
            <a:off x="1097278" y="2322728"/>
            <a:ext cx="5751389" cy="4032225"/>
          </a:xfrm>
        </p:spPr>
        <p:txBody>
          <a:bodyPr anchor="t">
            <a:normAutofit/>
          </a:bodyPr>
          <a:lstStyle>
            <a:lvl1pPr>
              <a:defRPr sz="1600"/>
            </a:lvl1pPr>
            <a:lvl2pPr>
              <a:defRPr sz="14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29985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6/12/2022</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10507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71DAD948-6707-714E-9E8F-26A36F4AE20E}"/>
              </a:ext>
            </a:extLst>
          </p:cNvPr>
          <p:cNvSpPr/>
          <p:nvPr userDrawn="1"/>
        </p:nvSpPr>
        <p:spPr>
          <a:xfrm>
            <a:off x="10429390" y="360726"/>
            <a:ext cx="1035859" cy="1035859"/>
          </a:xfrm>
          <a:prstGeom prst="ellipse">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5F81511-AC79-6748-869A-9982CD568B16}"/>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5">
            <a:extLst>
              <a:ext uri="{FF2B5EF4-FFF2-40B4-BE49-F238E27FC236}">
                <a16:creationId xmlns:a16="http://schemas.microsoft.com/office/drawing/2014/main" id="{A6F72D4E-9F4D-6341-9F9E-63E01AF59B47}"/>
              </a:ext>
            </a:extLst>
          </p:cNvPr>
          <p:cNvSpPr>
            <a:spLocks noGrp="1"/>
          </p:cNvSpPr>
          <p:nvPr>
            <p:ph type="pic" sz="quarter" idx="13"/>
          </p:nvPr>
        </p:nvSpPr>
        <p:spPr>
          <a:xfrm>
            <a:off x="5654414" y="265113"/>
            <a:ext cx="6089650" cy="6089650"/>
          </a:xfrm>
          <a:prstGeom prst="ellipse">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fld id="{4EDE50D6-574B-40AF-946F-D52A04ADE379}" type="datetime1">
              <a:rPr lang="en-US" smtClean="0"/>
              <a:t>6/12/2022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18" name="Content Placeholder 2">
            <a:extLst>
              <a:ext uri="{FF2B5EF4-FFF2-40B4-BE49-F238E27FC236}">
                <a16:creationId xmlns:a16="http://schemas.microsoft.com/office/drawing/2014/main" id="{A2F758DC-4792-1D42-83A8-ED4E6CD5F7E3}"/>
              </a:ext>
            </a:extLst>
          </p:cNvPr>
          <p:cNvSpPr>
            <a:spLocks noGrp="1"/>
          </p:cNvSpPr>
          <p:nvPr>
            <p:ph sz="half" idx="1"/>
          </p:nvPr>
        </p:nvSpPr>
        <p:spPr>
          <a:xfrm>
            <a:off x="1097279" y="2322728"/>
            <a:ext cx="4144096" cy="4032225"/>
          </a:xfrm>
        </p:spPr>
        <p:txBody>
          <a:bodyPr anchor="t">
            <a:normAutofit/>
          </a:bodyPr>
          <a:lstStyle>
            <a:lvl1pPr>
              <a:defRPr sz="1600"/>
            </a:lvl1pPr>
            <a:lvl2pPr>
              <a:defRPr sz="14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a:extLst>
              <a:ext uri="{FF2B5EF4-FFF2-40B4-BE49-F238E27FC236}">
                <a16:creationId xmlns:a16="http://schemas.microsoft.com/office/drawing/2014/main" id="{2CB8633A-7C70-3C48-8FEE-69941AF2B466}"/>
              </a:ext>
            </a:extLst>
          </p:cNvPr>
          <p:cNvSpPr/>
          <p:nvPr userDrawn="1"/>
        </p:nvSpPr>
        <p:spPr>
          <a:xfrm>
            <a:off x="5535466" y="5600935"/>
            <a:ext cx="643415" cy="643415"/>
          </a:xfrm>
          <a:prstGeom prst="ellipse">
            <a:avLst/>
          </a:prstGeom>
          <a:noFill/>
          <a:ln w="3810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23B967D9-597D-E14A-AE80-4C3877655FB2}"/>
              </a:ext>
            </a:extLst>
          </p:cNvPr>
          <p:cNvSpPr/>
          <p:nvPr userDrawn="1"/>
        </p:nvSpPr>
        <p:spPr>
          <a:xfrm>
            <a:off x="5664569" y="541205"/>
            <a:ext cx="283407" cy="283407"/>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B7114435-8CC0-E744-B541-8EF28B774ECF}"/>
              </a:ext>
            </a:extLst>
          </p:cNvPr>
          <p:cNvSpPr/>
          <p:nvPr userDrawn="1"/>
        </p:nvSpPr>
        <p:spPr>
          <a:xfrm flipV="1">
            <a:off x="11885583" y="3453319"/>
            <a:ext cx="167338" cy="167338"/>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BB844B6D-9772-1D4A-A22A-19F6A1250CD6}"/>
              </a:ext>
            </a:extLst>
          </p:cNvPr>
          <p:cNvGrpSpPr/>
          <p:nvPr userDrawn="1"/>
        </p:nvGrpSpPr>
        <p:grpSpPr>
          <a:xfrm rot="5400000">
            <a:off x="-21619" y="1088453"/>
            <a:ext cx="910099" cy="99010"/>
            <a:chOff x="622418" y="280927"/>
            <a:chExt cx="2335705" cy="254101"/>
          </a:xfrm>
        </p:grpSpPr>
        <p:sp>
          <p:nvSpPr>
            <p:cNvPr id="31" name="Oval 30">
              <a:extLst>
                <a:ext uri="{FF2B5EF4-FFF2-40B4-BE49-F238E27FC236}">
                  <a16:creationId xmlns:a16="http://schemas.microsoft.com/office/drawing/2014/main" id="{4834FA13-7139-8546-99A9-CF39B5EDFDF5}"/>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746C656-7A16-8445-80B5-88C23703E694}"/>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1E0A223A-22AD-6D40-9B6F-62F488036D58}"/>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1DB8FD84-D022-E842-9B56-88F0574EBD30}"/>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42F4DC0E-4CC4-374D-BE14-132577B95A70}"/>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A4E00522-1D16-F244-89FE-668EEBD08F2B}"/>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Title 1">
            <a:extLst>
              <a:ext uri="{FF2B5EF4-FFF2-40B4-BE49-F238E27FC236}">
                <a16:creationId xmlns:a16="http://schemas.microsoft.com/office/drawing/2014/main" id="{C4C5AC59-B537-D54C-9B5C-55B75E9117A7}"/>
              </a:ext>
            </a:extLst>
          </p:cNvPr>
          <p:cNvSpPr>
            <a:spLocks noGrp="1"/>
          </p:cNvSpPr>
          <p:nvPr>
            <p:ph type="title" hasCustomPrompt="1"/>
          </p:nvPr>
        </p:nvSpPr>
        <p:spPr>
          <a:xfrm>
            <a:off x="1097280" y="421817"/>
            <a:ext cx="4144095" cy="1369074"/>
          </a:xfrm>
          <a:prstGeom prst="rect">
            <a:avLst/>
          </a:prstGeom>
        </p:spPr>
        <p:txBody>
          <a:bodyPr lIns="0" rIns="0" anchor="ctr">
            <a:normAutofit/>
          </a:bodyPr>
          <a:lstStyle>
            <a:lvl1pPr>
              <a:defRPr sz="4000" cap="all" baseline="0"/>
            </a:lvl1pPr>
          </a:lstStyle>
          <a:p>
            <a:r>
              <a:rPr lang="en-US" dirty="0"/>
              <a:t>Title Goes Here</a:t>
            </a:r>
          </a:p>
        </p:txBody>
      </p:sp>
    </p:spTree>
    <p:extLst>
      <p:ext uri="{BB962C8B-B14F-4D97-AF65-F5344CB8AC3E}">
        <p14:creationId xmlns:p14="http://schemas.microsoft.com/office/powerpoint/2010/main" val="1253830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6/12/2022</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69028571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22" r:id="rId3"/>
    <p:sldLayoutId id="2147483708" r:id="rId4"/>
    <p:sldLayoutId id="2147483709" r:id="rId5"/>
    <p:sldLayoutId id="2147483716" r:id="rId6"/>
    <p:sldLayoutId id="2147483710" r:id="rId7"/>
    <p:sldLayoutId id="2147483724" r:id="rId8"/>
    <p:sldLayoutId id="2147483711" r:id="rId9"/>
    <p:sldLayoutId id="2147483718" r:id="rId10"/>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00C7-0803-8A43-A9F3-6FF24BDCB923}"/>
              </a:ext>
            </a:extLst>
          </p:cNvPr>
          <p:cNvSpPr>
            <a:spLocks noGrp="1"/>
          </p:cNvSpPr>
          <p:nvPr>
            <p:ph type="title"/>
          </p:nvPr>
        </p:nvSpPr>
        <p:spPr>
          <a:xfrm>
            <a:off x="1809909" y="2070339"/>
            <a:ext cx="8434157" cy="900425"/>
          </a:xfrm>
        </p:spPr>
        <p:txBody>
          <a:bodyPr>
            <a:normAutofit/>
          </a:bodyPr>
          <a:lstStyle/>
          <a:p>
            <a:r>
              <a:rPr lang="en-US" sz="3600" dirty="0"/>
              <a:t>ĐẠI HỌC SƯ PHẠM TP.HCM</a:t>
            </a:r>
          </a:p>
        </p:txBody>
      </p:sp>
      <p:sp>
        <p:nvSpPr>
          <p:cNvPr id="3" name="Text Placeholder 2">
            <a:extLst>
              <a:ext uri="{FF2B5EF4-FFF2-40B4-BE49-F238E27FC236}">
                <a16:creationId xmlns:a16="http://schemas.microsoft.com/office/drawing/2014/main" id="{8CFCA704-4032-7441-8B97-38C90F96D7F8}"/>
              </a:ext>
            </a:extLst>
          </p:cNvPr>
          <p:cNvSpPr>
            <a:spLocks noGrp="1"/>
          </p:cNvSpPr>
          <p:nvPr>
            <p:ph type="body" idx="1"/>
          </p:nvPr>
        </p:nvSpPr>
        <p:spPr>
          <a:xfrm>
            <a:off x="2417870" y="4214867"/>
            <a:ext cx="7356255" cy="1143000"/>
          </a:xfrm>
        </p:spPr>
        <p:txBody>
          <a:bodyPr>
            <a:normAutofit/>
          </a:bodyPr>
          <a:lstStyle/>
          <a:p>
            <a:r>
              <a:rPr lang="en-US" sz="2000" dirty="0" err="1"/>
              <a:t>Tiểu</a:t>
            </a:r>
            <a:r>
              <a:rPr lang="en-US" sz="2000" dirty="0"/>
              <a:t> </a:t>
            </a:r>
            <a:r>
              <a:rPr lang="en-US" sz="2000" dirty="0" err="1"/>
              <a:t>luận</a:t>
            </a:r>
            <a:r>
              <a:rPr lang="en-US" sz="2000" dirty="0"/>
              <a:t> </a:t>
            </a:r>
            <a:r>
              <a:rPr lang="en-US" sz="2000" dirty="0" err="1"/>
              <a:t>kết</a:t>
            </a:r>
            <a:r>
              <a:rPr lang="en-US" sz="2000" dirty="0"/>
              <a:t> </a:t>
            </a:r>
            <a:r>
              <a:rPr lang="en-US" sz="2000" dirty="0" err="1"/>
              <a:t>thúc</a:t>
            </a:r>
            <a:r>
              <a:rPr lang="en-US" sz="2000" dirty="0"/>
              <a:t> </a:t>
            </a:r>
            <a:r>
              <a:rPr lang="en-US" sz="2000" dirty="0" err="1"/>
              <a:t>học</a:t>
            </a:r>
            <a:r>
              <a:rPr lang="en-US" sz="2000" dirty="0"/>
              <a:t> </a:t>
            </a:r>
            <a:r>
              <a:rPr lang="en-US" sz="2000" dirty="0" err="1"/>
              <a:t>phần</a:t>
            </a:r>
            <a:r>
              <a:rPr lang="en-US" sz="2000" dirty="0"/>
              <a:t/>
            </a:r>
            <a:br>
              <a:rPr lang="en-US" sz="2000" dirty="0"/>
            </a:br>
            <a:r>
              <a:rPr lang="en-US" sz="2000" dirty="0" err="1"/>
              <a:t>Nhập</a:t>
            </a:r>
            <a:r>
              <a:rPr lang="en-US" sz="2000" dirty="0"/>
              <a:t> </a:t>
            </a:r>
            <a:r>
              <a:rPr lang="en-US" sz="2000" dirty="0" err="1"/>
              <a:t>môn</a:t>
            </a:r>
            <a:r>
              <a:rPr lang="en-US" sz="2000" dirty="0"/>
              <a:t> </a:t>
            </a:r>
            <a:r>
              <a:rPr lang="en-US" sz="2000" dirty="0" err="1"/>
              <a:t>công</a:t>
            </a:r>
            <a:r>
              <a:rPr lang="en-US" sz="2000" dirty="0"/>
              <a:t> </a:t>
            </a:r>
            <a:r>
              <a:rPr lang="en-US" sz="2000" dirty="0" err="1"/>
              <a:t>nghệ</a:t>
            </a:r>
            <a:r>
              <a:rPr lang="en-US" sz="2000" dirty="0"/>
              <a:t> </a:t>
            </a:r>
            <a:r>
              <a:rPr lang="en-US" sz="2000" dirty="0" err="1"/>
              <a:t>phần</a:t>
            </a:r>
            <a:r>
              <a:rPr lang="en-US" sz="2000" dirty="0"/>
              <a:t> </a:t>
            </a:r>
            <a:r>
              <a:rPr lang="en-US" sz="2000" dirty="0" err="1"/>
              <a:t>mềm</a:t>
            </a:r>
            <a:endParaRPr lang="en-US" sz="2000" dirty="0"/>
          </a:p>
        </p:txBody>
      </p:sp>
      <p:sp>
        <p:nvSpPr>
          <p:cNvPr id="4" name="Title 1">
            <a:extLst>
              <a:ext uri="{FF2B5EF4-FFF2-40B4-BE49-F238E27FC236}">
                <a16:creationId xmlns:a16="http://schemas.microsoft.com/office/drawing/2014/main" id="{F31B00C7-0803-8A43-A9F3-6FF24BDCB923}"/>
              </a:ext>
            </a:extLst>
          </p:cNvPr>
          <p:cNvSpPr txBox="1">
            <a:spLocks/>
          </p:cNvSpPr>
          <p:nvPr/>
        </p:nvSpPr>
        <p:spPr>
          <a:xfrm>
            <a:off x="1809908" y="2520551"/>
            <a:ext cx="8434157" cy="900425"/>
          </a:xfrm>
          <a:prstGeom prst="rect">
            <a:avLst/>
          </a:prstGeom>
        </p:spPr>
        <p:txBody>
          <a:bodyPr vert="horz" lIns="91440" tIns="45720" rIns="91440" bIns="45720" rtlCol="0" anchor="b" anchorCtr="0">
            <a:normAutofit/>
          </a:bodyPr>
          <a:lstStyle>
            <a:lvl1pPr algn="ctr" defTabSz="914400" rtl="0" eaLnBrk="1" latinLnBrk="0" hangingPunct="1">
              <a:lnSpc>
                <a:spcPct val="90000"/>
              </a:lnSpc>
              <a:spcBef>
                <a:spcPct val="0"/>
              </a:spcBef>
              <a:buNone/>
              <a:defRPr sz="8000" b="0" kern="1200" spc="-50" baseline="0">
                <a:solidFill>
                  <a:schemeClr val="tx1"/>
                </a:solidFill>
                <a:latin typeface="+mj-lt"/>
                <a:ea typeface="+mj-ea"/>
                <a:cs typeface="+mj-cs"/>
              </a:defRPr>
            </a:lvl1pPr>
          </a:lstStyle>
          <a:p>
            <a:r>
              <a:rPr lang="en-US" sz="2400" dirty="0"/>
              <a:t>KHOA CÔNG NGHỆ THÔNG TIN</a:t>
            </a:r>
          </a:p>
        </p:txBody>
      </p:sp>
    </p:spTree>
    <p:extLst>
      <p:ext uri="{BB962C8B-B14F-4D97-AF65-F5344CB8AC3E}">
        <p14:creationId xmlns:p14="http://schemas.microsoft.com/office/powerpoint/2010/main" val="1639088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0278-9A9A-0F4E-BDCF-6351BE173254}"/>
              </a:ext>
            </a:extLst>
          </p:cNvPr>
          <p:cNvSpPr>
            <a:spLocks noGrp="1"/>
          </p:cNvSpPr>
          <p:nvPr>
            <p:ph type="ctrTitle"/>
          </p:nvPr>
        </p:nvSpPr>
        <p:spPr/>
        <p:txBody>
          <a:bodyPr/>
          <a:lstStyle/>
          <a:p>
            <a:r>
              <a:rPr lang="en-US" dirty="0" err="1"/>
              <a:t>Quản</a:t>
            </a:r>
            <a:r>
              <a:rPr lang="en-US" dirty="0"/>
              <a:t> </a:t>
            </a:r>
            <a:r>
              <a:rPr lang="en-US" dirty="0" err="1"/>
              <a:t>lý</a:t>
            </a:r>
            <a:r>
              <a:rPr lang="en-US" dirty="0"/>
              <a:t> </a:t>
            </a:r>
            <a:r>
              <a:rPr lang="en-US" dirty="0" err="1"/>
              <a:t>nhà</a:t>
            </a:r>
            <a:r>
              <a:rPr lang="en-US" dirty="0"/>
              <a:t> </a:t>
            </a:r>
            <a:r>
              <a:rPr lang="en-US" dirty="0" err="1"/>
              <a:t>hàng</a:t>
            </a:r>
            <a:r>
              <a:rPr lang="en-US" dirty="0"/>
              <a:t> </a:t>
            </a:r>
          </a:p>
        </p:txBody>
      </p:sp>
      <p:sp>
        <p:nvSpPr>
          <p:cNvPr id="3" name="Subtitle 2">
            <a:extLst>
              <a:ext uri="{FF2B5EF4-FFF2-40B4-BE49-F238E27FC236}">
                <a16:creationId xmlns:a16="http://schemas.microsoft.com/office/drawing/2014/main" id="{117F481B-9C2C-084A-8DF1-0582D2DA4B02}"/>
              </a:ext>
            </a:extLst>
          </p:cNvPr>
          <p:cNvSpPr>
            <a:spLocks noGrp="1"/>
          </p:cNvSpPr>
          <p:nvPr>
            <p:ph type="subTitle" idx="1"/>
          </p:nvPr>
        </p:nvSpPr>
        <p:spPr/>
        <p:txBody>
          <a:bodyPr/>
          <a:lstStyle/>
          <a:p>
            <a:r>
              <a:rPr lang="en-US" dirty="0" err="1"/>
              <a:t>Nhập</a:t>
            </a:r>
            <a:r>
              <a:rPr lang="en-US" dirty="0"/>
              <a:t> </a:t>
            </a:r>
            <a:r>
              <a:rPr lang="en-US" dirty="0" err="1"/>
              <a:t>Môn</a:t>
            </a:r>
            <a:r>
              <a:rPr lang="en-US" dirty="0"/>
              <a:t> </a:t>
            </a:r>
            <a:r>
              <a:rPr lang="en-US" dirty="0" err="1"/>
              <a:t>công</a:t>
            </a:r>
            <a:r>
              <a:rPr lang="en-US" dirty="0"/>
              <a:t> </a:t>
            </a:r>
            <a:r>
              <a:rPr lang="en-US" dirty="0" err="1"/>
              <a:t>nghệ</a:t>
            </a:r>
            <a:r>
              <a:rPr lang="en-US" dirty="0"/>
              <a:t> </a:t>
            </a:r>
            <a:r>
              <a:rPr lang="en-US" dirty="0" err="1"/>
              <a:t>phần</a:t>
            </a:r>
            <a:r>
              <a:rPr lang="en-US" dirty="0"/>
              <a:t> </a:t>
            </a:r>
            <a:r>
              <a:rPr lang="en-US" dirty="0" err="1"/>
              <a:t>mềm</a:t>
            </a:r>
            <a:endParaRPr lang="en-US" dirty="0"/>
          </a:p>
        </p:txBody>
      </p:sp>
    </p:spTree>
    <p:extLst>
      <p:ext uri="{BB962C8B-B14F-4D97-AF65-F5344CB8AC3E}">
        <p14:creationId xmlns:p14="http://schemas.microsoft.com/office/powerpoint/2010/main" val="3827693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342B2560-FAA9-124F-AD83-8C8D48E03E44}"/>
              </a:ext>
            </a:extLst>
          </p:cNvPr>
          <p:cNvSpPr>
            <a:spLocks noGrp="1"/>
          </p:cNvSpPr>
          <p:nvPr>
            <p:ph type="body" sz="half" idx="2"/>
          </p:nvPr>
        </p:nvSpPr>
        <p:spPr>
          <a:xfrm>
            <a:off x="2184201" y="5409327"/>
            <a:ext cx="2919413" cy="583534"/>
          </a:xfrm>
        </p:spPr>
        <p:txBody>
          <a:bodyPr/>
          <a:lstStyle/>
          <a:p>
            <a:r>
              <a:rPr lang="en-US" dirty="0" err="1">
                <a:solidFill>
                  <a:schemeClr val="tx1">
                    <a:lumMod val="75000"/>
                    <a:lumOff val="25000"/>
                  </a:schemeClr>
                </a:solidFill>
              </a:rPr>
              <a:t>Đỗ</a:t>
            </a:r>
            <a:r>
              <a:rPr lang="en-US" dirty="0">
                <a:solidFill>
                  <a:schemeClr val="tx1">
                    <a:lumMod val="75000"/>
                    <a:lumOff val="25000"/>
                  </a:schemeClr>
                </a:solidFill>
              </a:rPr>
              <a:t> </a:t>
            </a:r>
            <a:r>
              <a:rPr lang="en-US" dirty="0" err="1">
                <a:solidFill>
                  <a:schemeClr val="tx1">
                    <a:lumMod val="75000"/>
                    <a:lumOff val="25000"/>
                  </a:schemeClr>
                </a:solidFill>
              </a:rPr>
              <a:t>hoàng</a:t>
            </a:r>
            <a:r>
              <a:rPr lang="en-US" dirty="0">
                <a:solidFill>
                  <a:schemeClr val="tx1">
                    <a:lumMod val="75000"/>
                    <a:lumOff val="25000"/>
                  </a:schemeClr>
                </a:solidFill>
              </a:rPr>
              <a:t> </a:t>
            </a:r>
            <a:r>
              <a:rPr lang="en-US" dirty="0" err="1">
                <a:solidFill>
                  <a:schemeClr val="tx1">
                    <a:lumMod val="75000"/>
                    <a:lumOff val="25000"/>
                  </a:schemeClr>
                </a:solidFill>
              </a:rPr>
              <a:t>phúc</a:t>
            </a:r>
            <a:endParaRPr lang="en-US" dirty="0">
              <a:solidFill>
                <a:schemeClr val="tx1">
                  <a:lumMod val="75000"/>
                  <a:lumOff val="25000"/>
                </a:schemeClr>
              </a:solidFill>
            </a:endParaRPr>
          </a:p>
        </p:txBody>
      </p:sp>
      <p:sp>
        <p:nvSpPr>
          <p:cNvPr id="23" name="Text Placeholder 22">
            <a:extLst>
              <a:ext uri="{FF2B5EF4-FFF2-40B4-BE49-F238E27FC236}">
                <a16:creationId xmlns:a16="http://schemas.microsoft.com/office/drawing/2014/main" id="{2B0FE939-6135-8846-B579-79F696C454ED}"/>
              </a:ext>
            </a:extLst>
          </p:cNvPr>
          <p:cNvSpPr>
            <a:spLocks noGrp="1"/>
          </p:cNvSpPr>
          <p:nvPr>
            <p:ph type="body" sz="half" idx="16"/>
          </p:nvPr>
        </p:nvSpPr>
        <p:spPr>
          <a:xfrm>
            <a:off x="7280571" y="5409327"/>
            <a:ext cx="2919413" cy="583534"/>
          </a:xfrm>
        </p:spPr>
        <p:txBody>
          <a:bodyPr/>
          <a:lstStyle/>
          <a:p>
            <a:r>
              <a:rPr lang="en-US" dirty="0" err="1">
                <a:solidFill>
                  <a:schemeClr val="tx1">
                    <a:lumMod val="75000"/>
                    <a:lumOff val="25000"/>
                  </a:schemeClr>
                </a:solidFill>
              </a:rPr>
              <a:t>Nguyễn</a:t>
            </a:r>
            <a:r>
              <a:rPr lang="en-US" dirty="0">
                <a:solidFill>
                  <a:schemeClr val="tx1">
                    <a:lumMod val="75000"/>
                    <a:lumOff val="25000"/>
                  </a:schemeClr>
                </a:solidFill>
              </a:rPr>
              <a:t> </a:t>
            </a:r>
            <a:r>
              <a:rPr lang="en-US" dirty="0" err="1">
                <a:solidFill>
                  <a:schemeClr val="tx1">
                    <a:lumMod val="75000"/>
                    <a:lumOff val="25000"/>
                  </a:schemeClr>
                </a:solidFill>
              </a:rPr>
              <a:t>đức</a:t>
            </a:r>
            <a:r>
              <a:rPr lang="en-US" dirty="0">
                <a:solidFill>
                  <a:schemeClr val="tx1">
                    <a:lumMod val="75000"/>
                    <a:lumOff val="25000"/>
                  </a:schemeClr>
                </a:solidFill>
              </a:rPr>
              <a:t> </a:t>
            </a:r>
            <a:r>
              <a:rPr lang="en-US" dirty="0" err="1">
                <a:solidFill>
                  <a:schemeClr val="tx1">
                    <a:lumMod val="75000"/>
                    <a:lumOff val="25000"/>
                  </a:schemeClr>
                </a:solidFill>
              </a:rPr>
              <a:t>nhật</a:t>
            </a:r>
            <a:endParaRPr lang="en-US" dirty="0">
              <a:solidFill>
                <a:schemeClr val="tx1">
                  <a:lumMod val="75000"/>
                  <a:lumOff val="25000"/>
                </a:schemeClr>
              </a:solidFill>
            </a:endParaRPr>
          </a:p>
        </p:txBody>
      </p:sp>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p:txBody>
          <a:bodyPr/>
          <a:lstStyle/>
          <a:p>
            <a:r>
              <a:rPr lang="en-US" dirty="0" err="1"/>
              <a:t>Thành</a:t>
            </a:r>
            <a:r>
              <a:rPr lang="en-US" dirty="0"/>
              <a:t> </a:t>
            </a:r>
            <a:r>
              <a:rPr lang="en-US" dirty="0" err="1"/>
              <a:t>viên</a:t>
            </a:r>
            <a:r>
              <a:rPr lang="en-US" dirty="0"/>
              <a:t>:</a:t>
            </a:r>
          </a:p>
        </p:txBody>
      </p:sp>
      <p:pic>
        <p:nvPicPr>
          <p:cNvPr id="5" name="Picture Placeholder 4" descr="A picture containing sitting, dog, indoor, wild dog&#10;&#10;Description automatically generated">
            <a:extLst>
              <a:ext uri="{FF2B5EF4-FFF2-40B4-BE49-F238E27FC236}">
                <a16:creationId xmlns:a16="http://schemas.microsoft.com/office/drawing/2014/main" id="{466535B4-15DF-BEA4-309B-A5CEDD0EE16A}"/>
              </a:ext>
            </a:extLst>
          </p:cNvPr>
          <p:cNvPicPr>
            <a:picLocks noGrp="1" noChangeAspect="1"/>
          </p:cNvPicPr>
          <p:nvPr>
            <p:ph type="pic" sz="quarter" idx="13"/>
          </p:nvPr>
        </p:nvPicPr>
        <p:blipFill>
          <a:blip r:embed="rId2"/>
          <a:srcRect/>
          <a:stretch>
            <a:fillRect/>
          </a:stretch>
        </p:blipFill>
        <p:spPr>
          <a:xfrm>
            <a:off x="2184200" y="2147697"/>
            <a:ext cx="2919413" cy="2919413"/>
          </a:xfrm>
        </p:spPr>
      </p:pic>
      <p:pic>
        <p:nvPicPr>
          <p:cNvPr id="4" name="Picture Placeholder 3"/>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12500" b="12500"/>
          <a:stretch>
            <a:fillRect/>
          </a:stretch>
        </p:blipFill>
        <p:spPr>
          <a:xfrm>
            <a:off x="7280275" y="2139950"/>
            <a:ext cx="2919413" cy="2919413"/>
          </a:xfrm>
        </p:spPr>
      </p:pic>
    </p:spTree>
    <p:extLst>
      <p:ext uri="{BB962C8B-B14F-4D97-AF65-F5344CB8AC3E}">
        <p14:creationId xmlns:p14="http://schemas.microsoft.com/office/powerpoint/2010/main" val="3193967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otched Right Arrow 3"/>
          <p:cNvSpPr/>
          <p:nvPr/>
        </p:nvSpPr>
        <p:spPr>
          <a:xfrm>
            <a:off x="1112808" y="3236023"/>
            <a:ext cx="9274809" cy="696497"/>
          </a:xfrm>
          <a:prstGeom prst="notchedRightArrow">
            <a:avLst/>
          </a:prstGeom>
          <a:solidFill>
            <a:schemeClr val="bg1">
              <a:lumMod val="95000"/>
            </a:schemeClr>
          </a:solidFill>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5" name="Oval 4"/>
          <p:cNvSpPr/>
          <p:nvPr/>
        </p:nvSpPr>
        <p:spPr>
          <a:xfrm>
            <a:off x="1924325" y="3405254"/>
            <a:ext cx="358035" cy="358035"/>
          </a:xfrm>
          <a:prstGeom prst="ellipse">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6" name="Oval 5"/>
          <p:cNvSpPr/>
          <p:nvPr/>
        </p:nvSpPr>
        <p:spPr>
          <a:xfrm>
            <a:off x="3927843" y="3405254"/>
            <a:ext cx="358035" cy="358035"/>
          </a:xfrm>
          <a:prstGeom prst="ellipse">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7" name="Oval 6"/>
          <p:cNvSpPr/>
          <p:nvPr/>
        </p:nvSpPr>
        <p:spPr>
          <a:xfrm>
            <a:off x="6087621" y="3405254"/>
            <a:ext cx="358035" cy="358035"/>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8" name="Oval 7"/>
          <p:cNvSpPr/>
          <p:nvPr/>
        </p:nvSpPr>
        <p:spPr>
          <a:xfrm>
            <a:off x="8246448" y="3405254"/>
            <a:ext cx="358035" cy="358035"/>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grpSp>
        <p:nvGrpSpPr>
          <p:cNvPr id="9" name="Group 8"/>
          <p:cNvGrpSpPr/>
          <p:nvPr/>
        </p:nvGrpSpPr>
        <p:grpSpPr>
          <a:xfrm>
            <a:off x="1112808" y="1816323"/>
            <a:ext cx="2187349" cy="1504315"/>
            <a:chOff x="474187" y="0"/>
            <a:chExt cx="1652103" cy="1504315"/>
          </a:xfrm>
        </p:grpSpPr>
        <p:sp>
          <p:nvSpPr>
            <p:cNvPr id="10" name="Rectangle 9"/>
            <p:cNvSpPr/>
            <p:nvPr/>
          </p:nvSpPr>
          <p:spPr>
            <a:xfrm>
              <a:off x="474187" y="0"/>
              <a:ext cx="1652103" cy="150431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1" name="TextBox 10"/>
            <p:cNvSpPr txBox="1"/>
            <p:nvPr/>
          </p:nvSpPr>
          <p:spPr>
            <a:xfrm>
              <a:off x="474187" y="0"/>
              <a:ext cx="1652103" cy="15043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b" anchorCtr="1">
              <a:noAutofit/>
            </a:bodyPr>
            <a:lstStyle/>
            <a:p>
              <a:pPr lvl="0" algn="l" defTabSz="622300">
                <a:lnSpc>
                  <a:spcPct val="100000"/>
                </a:lnSpc>
                <a:spcBef>
                  <a:spcPct val="0"/>
                </a:spcBef>
                <a:spcAft>
                  <a:spcPct val="35000"/>
                </a:spcAft>
              </a:pPr>
              <a:r>
                <a:rPr lang="en-US" sz="1400" b="1" kern="1200" dirty="0" err="1">
                  <a:solidFill>
                    <a:schemeClr val="tx1">
                      <a:lumMod val="75000"/>
                      <a:lumOff val="25000"/>
                    </a:schemeClr>
                  </a:solidFill>
                  <a:effectLst/>
                  <a:latin typeface="+mj-lt"/>
                </a:rPr>
                <a:t>Khảo</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sát</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bài</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toán</a:t>
              </a:r>
              <a:endParaRPr lang="en-US" sz="1400" b="1" kern="1200" dirty="0">
                <a:solidFill>
                  <a:schemeClr val="tx1">
                    <a:lumMod val="75000"/>
                    <a:lumOff val="25000"/>
                  </a:schemeClr>
                </a:solidFill>
                <a:effectLst/>
                <a:latin typeface="+mj-lt"/>
              </a:endParaRPr>
            </a:p>
            <a:p>
              <a:pPr marL="0" lvl="0" indent="0" algn="l" defTabSz="533400">
                <a:lnSpc>
                  <a:spcPct val="100000"/>
                </a:lnSpc>
                <a:spcBef>
                  <a:spcPct val="0"/>
                </a:spcBef>
                <a:spcAft>
                  <a:spcPts val="0"/>
                </a:spcAft>
                <a:buChar char="••"/>
              </a:pPr>
              <a:r>
                <a:rPr lang="en-US" sz="1100" b="0" kern="1200" dirty="0" err="1">
                  <a:solidFill>
                    <a:schemeClr val="tx1">
                      <a:lumMod val="75000"/>
                      <a:lumOff val="25000"/>
                    </a:schemeClr>
                  </a:solidFill>
                  <a:effectLst/>
                  <a:latin typeface="+mn-lt"/>
                  <a:ea typeface="+mn-ea"/>
                  <a:cs typeface="+mn-cs"/>
                </a:rPr>
                <a:t>Mô</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tả</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yêu</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cầu</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bài</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toán</a:t>
              </a:r>
              <a:r>
                <a:rPr lang="en-US" sz="1100" b="0" kern="1200" dirty="0">
                  <a:solidFill>
                    <a:schemeClr val="tx1">
                      <a:lumMod val="75000"/>
                      <a:lumOff val="25000"/>
                    </a:schemeClr>
                  </a:solidFill>
                  <a:effectLst/>
                  <a:latin typeface="+mn-lt"/>
                  <a:ea typeface="+mn-ea"/>
                  <a:cs typeface="+mn-cs"/>
                </a:rPr>
                <a:t/>
              </a:r>
              <a:br>
                <a:rPr lang="en-US" sz="1100" b="0" kern="1200" dirty="0">
                  <a:solidFill>
                    <a:schemeClr val="tx1">
                      <a:lumMod val="75000"/>
                      <a:lumOff val="25000"/>
                    </a:schemeClr>
                  </a:solidFill>
                  <a:effectLst/>
                  <a:latin typeface="+mn-lt"/>
                  <a:ea typeface="+mn-ea"/>
                  <a:cs typeface="+mn-cs"/>
                </a:rPr>
              </a:br>
              <a:r>
                <a:rPr lang="en-US" sz="1100" b="0" kern="1200" dirty="0" err="1">
                  <a:solidFill>
                    <a:schemeClr val="tx1">
                      <a:lumMod val="75000"/>
                      <a:lumOff val="25000"/>
                    </a:schemeClr>
                  </a:solidFill>
                  <a:effectLst/>
                  <a:latin typeface="+mn-lt"/>
                  <a:ea typeface="+mn-ea"/>
                  <a:cs typeface="+mn-cs"/>
                </a:rPr>
                <a:t>Khảo</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sát</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bài</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toán</a:t>
              </a:r>
              <a:r>
                <a:rPr lang="en-US" sz="1100" b="0" kern="1200" dirty="0">
                  <a:solidFill>
                    <a:schemeClr val="tx1">
                      <a:lumMod val="75000"/>
                      <a:lumOff val="25000"/>
                    </a:schemeClr>
                  </a:solidFill>
                  <a:effectLst/>
                  <a:latin typeface="+mn-lt"/>
                  <a:ea typeface="+mn-ea"/>
                  <a:cs typeface="+mn-cs"/>
                </a:rPr>
                <a:t/>
              </a:r>
              <a:br>
                <a:rPr lang="en-US" sz="1100" b="0" kern="1200" dirty="0">
                  <a:solidFill>
                    <a:schemeClr val="tx1">
                      <a:lumMod val="75000"/>
                      <a:lumOff val="25000"/>
                    </a:schemeClr>
                  </a:solidFill>
                  <a:effectLst/>
                  <a:latin typeface="+mn-lt"/>
                  <a:ea typeface="+mn-ea"/>
                  <a:cs typeface="+mn-cs"/>
                </a:rPr>
              </a:br>
              <a:r>
                <a:rPr lang="en-US" sz="1100" b="0" kern="1200" dirty="0" err="1">
                  <a:solidFill>
                    <a:schemeClr val="tx1">
                      <a:lumMod val="75000"/>
                      <a:lumOff val="25000"/>
                    </a:schemeClr>
                  </a:solidFill>
                  <a:effectLst/>
                  <a:latin typeface="+mn-lt"/>
                  <a:ea typeface="+mn-ea"/>
                  <a:cs typeface="+mn-cs"/>
                </a:rPr>
                <a:t>Xác</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định</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thông</a:t>
              </a:r>
              <a:r>
                <a:rPr lang="en-US" sz="1100" b="0" kern="1200" dirty="0">
                  <a:solidFill>
                    <a:schemeClr val="tx1">
                      <a:lumMod val="75000"/>
                      <a:lumOff val="25000"/>
                    </a:schemeClr>
                  </a:solidFill>
                  <a:effectLst/>
                  <a:latin typeface="+mn-lt"/>
                  <a:ea typeface="+mn-ea"/>
                  <a:cs typeface="+mn-cs"/>
                </a:rPr>
                <a:t> tin </a:t>
              </a:r>
              <a:r>
                <a:rPr lang="en-US" sz="1100" b="0" kern="1200" dirty="0" err="1">
                  <a:solidFill>
                    <a:schemeClr val="tx1">
                      <a:lumMod val="75000"/>
                      <a:lumOff val="25000"/>
                    </a:schemeClr>
                  </a:solidFill>
                  <a:effectLst/>
                  <a:latin typeface="+mn-lt"/>
                  <a:ea typeface="+mn-ea"/>
                  <a:cs typeface="+mn-cs"/>
                </a:rPr>
                <a:t>cơ</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bản</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cho</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nghiệp</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vụ</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của</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bài</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toán</a:t>
              </a:r>
              <a:r>
                <a:rPr lang="en-US" sz="1100" b="0" kern="1200" dirty="0">
                  <a:solidFill>
                    <a:schemeClr val="tx1">
                      <a:lumMod val="75000"/>
                      <a:lumOff val="25000"/>
                    </a:schemeClr>
                  </a:solidFill>
                  <a:effectLst/>
                  <a:latin typeface="+mn-lt"/>
                  <a:ea typeface="+mn-ea"/>
                  <a:cs typeface="+mn-cs"/>
                </a:rPr>
                <a:t/>
              </a:r>
              <a:br>
                <a:rPr lang="en-US" sz="1100" b="0" kern="1200" dirty="0">
                  <a:solidFill>
                    <a:schemeClr val="tx1">
                      <a:lumMod val="75000"/>
                      <a:lumOff val="25000"/>
                    </a:schemeClr>
                  </a:solidFill>
                  <a:effectLst/>
                  <a:latin typeface="+mn-lt"/>
                  <a:ea typeface="+mn-ea"/>
                  <a:cs typeface="+mn-cs"/>
                </a:rPr>
              </a:br>
              <a:r>
                <a:rPr lang="en-US" sz="1100" b="0" kern="1200" dirty="0" err="1">
                  <a:solidFill>
                    <a:schemeClr val="tx1">
                      <a:lumMod val="75000"/>
                      <a:lumOff val="25000"/>
                    </a:schemeClr>
                  </a:solidFill>
                  <a:effectLst/>
                  <a:latin typeface="+mn-lt"/>
                  <a:ea typeface="+mn-ea"/>
                  <a:cs typeface="+mn-cs"/>
                </a:rPr>
                <a:t>Xây</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dựng</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biểu</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đồ</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phân</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cấp</a:t>
              </a:r>
              <a:r>
                <a:rPr lang="en-US" sz="1100" b="0" kern="1200" dirty="0">
                  <a:solidFill>
                    <a:schemeClr val="tx1">
                      <a:lumMod val="75000"/>
                      <a:lumOff val="25000"/>
                    </a:schemeClr>
                  </a:solidFill>
                  <a:effectLst/>
                  <a:latin typeface="+mn-lt"/>
                  <a:ea typeface="+mn-ea"/>
                  <a:cs typeface="+mn-cs"/>
                </a:rPr>
                <a:t> BFD</a:t>
              </a:r>
              <a:br>
                <a:rPr lang="en-US" sz="1100" b="0" kern="1200" dirty="0">
                  <a:solidFill>
                    <a:schemeClr val="tx1">
                      <a:lumMod val="75000"/>
                      <a:lumOff val="25000"/>
                    </a:schemeClr>
                  </a:solidFill>
                  <a:effectLst/>
                  <a:latin typeface="+mn-lt"/>
                  <a:ea typeface="+mn-ea"/>
                  <a:cs typeface="+mn-cs"/>
                </a:rPr>
              </a:br>
              <a:r>
                <a:rPr lang="en-US" sz="1100" b="0" kern="1200" dirty="0" err="1">
                  <a:solidFill>
                    <a:schemeClr val="tx1">
                      <a:lumMod val="75000"/>
                      <a:lumOff val="25000"/>
                    </a:schemeClr>
                  </a:solidFill>
                  <a:effectLst/>
                  <a:latin typeface="+mn-lt"/>
                  <a:ea typeface="+mn-ea"/>
                  <a:cs typeface="+mn-cs"/>
                </a:rPr>
                <a:t>Xây</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dựng</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kế</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hoạch</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dự</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án</a:t>
              </a:r>
              <a:endParaRPr lang="en-US" sz="1100" b="0" kern="1200" dirty="0">
                <a:solidFill>
                  <a:schemeClr val="tx1">
                    <a:lumMod val="75000"/>
                    <a:lumOff val="25000"/>
                  </a:schemeClr>
                </a:solidFill>
                <a:effectLst/>
                <a:latin typeface="+mn-lt"/>
                <a:ea typeface="+mn-ea"/>
                <a:cs typeface="+mn-cs"/>
              </a:endParaRPr>
            </a:p>
          </p:txBody>
        </p:sp>
      </p:grpSp>
      <p:grpSp>
        <p:nvGrpSpPr>
          <p:cNvPr id="12" name="Group 11"/>
          <p:cNvGrpSpPr/>
          <p:nvPr/>
        </p:nvGrpSpPr>
        <p:grpSpPr>
          <a:xfrm>
            <a:off x="2984741" y="3932520"/>
            <a:ext cx="2460702" cy="1504315"/>
            <a:chOff x="2232465" y="2247853"/>
            <a:chExt cx="2319129" cy="1504315"/>
          </a:xfrm>
        </p:grpSpPr>
        <p:sp>
          <p:nvSpPr>
            <p:cNvPr id="13" name="Rectangle 12"/>
            <p:cNvSpPr/>
            <p:nvPr/>
          </p:nvSpPr>
          <p:spPr>
            <a:xfrm>
              <a:off x="2232465" y="2247853"/>
              <a:ext cx="2319129" cy="150431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4" name="TextBox 13"/>
            <p:cNvSpPr txBox="1"/>
            <p:nvPr/>
          </p:nvSpPr>
          <p:spPr>
            <a:xfrm>
              <a:off x="2232465" y="2247853"/>
              <a:ext cx="2319129" cy="15043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t" anchorCtr="1">
              <a:noAutofit/>
            </a:bodyPr>
            <a:lstStyle/>
            <a:p>
              <a:pPr marL="17463" lvl="0" indent="-17463" algn="l" defTabSz="622300">
                <a:lnSpc>
                  <a:spcPct val="100000"/>
                </a:lnSpc>
                <a:spcBef>
                  <a:spcPct val="0"/>
                </a:spcBef>
                <a:spcAft>
                  <a:spcPct val="35000"/>
                </a:spcAft>
                <a:buNone/>
                <a:tabLst/>
              </a:pPr>
              <a:r>
                <a:rPr lang="en-US" sz="1400" b="1" kern="1200" dirty="0" err="1">
                  <a:solidFill>
                    <a:schemeClr val="tx1">
                      <a:lumMod val="75000"/>
                      <a:lumOff val="25000"/>
                    </a:schemeClr>
                  </a:solidFill>
                  <a:effectLst/>
                  <a:latin typeface="+mj-lt"/>
                </a:rPr>
                <a:t>Phân</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tích</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yêu</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cầu</a:t>
              </a:r>
              <a:endParaRPr lang="en-US" sz="1400" b="1" kern="1200" dirty="0">
                <a:solidFill>
                  <a:schemeClr val="tx1">
                    <a:lumMod val="75000"/>
                    <a:lumOff val="25000"/>
                  </a:schemeClr>
                </a:solidFill>
                <a:effectLst/>
                <a:latin typeface="+mj-lt"/>
              </a:endParaRPr>
            </a:p>
            <a:p>
              <a:pPr marL="17463" lvl="1" indent="-17463" algn="l" defTabSz="488950">
                <a:lnSpc>
                  <a:spcPct val="100000"/>
                </a:lnSpc>
                <a:spcBef>
                  <a:spcPct val="0"/>
                </a:spcBef>
                <a:spcAft>
                  <a:spcPct val="15000"/>
                </a:spcAft>
                <a:buChar char="••"/>
                <a:tabLst/>
              </a:pPr>
              <a:r>
                <a:rPr lang="en-US" sz="1100" b="0" kern="1200" dirty="0" err="1">
                  <a:solidFill>
                    <a:schemeClr val="tx1">
                      <a:lumMod val="75000"/>
                      <a:lumOff val="25000"/>
                    </a:schemeClr>
                  </a:solidFill>
                  <a:effectLst/>
                </a:rPr>
                <a:t>Xây</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dựng</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mô</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hình</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quan</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niệm</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dữ</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liệu</a:t>
              </a:r>
              <a:r>
                <a:rPr lang="en-US" sz="1100" b="0" kern="1200" dirty="0">
                  <a:solidFill>
                    <a:schemeClr val="tx1">
                      <a:lumMod val="75000"/>
                      <a:lumOff val="25000"/>
                    </a:schemeClr>
                  </a:solidFill>
                  <a:effectLst/>
                </a:rPr>
                <a:t> CDM </a:t>
              </a:r>
              <a:r>
                <a:rPr lang="en-US" sz="1100" b="0" kern="1200" dirty="0" err="1">
                  <a:solidFill>
                    <a:schemeClr val="tx1">
                      <a:lumMod val="75000"/>
                      <a:lumOff val="25000"/>
                    </a:schemeClr>
                  </a:solidFill>
                  <a:effectLst/>
                </a:rPr>
                <a:t>cho</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toàn</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bộ</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hệ</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thống</a:t>
              </a:r>
              <a:r>
                <a:rPr lang="en-US" sz="1100" b="0" kern="1200" dirty="0">
                  <a:solidFill>
                    <a:schemeClr val="tx1">
                      <a:lumMod val="75000"/>
                      <a:lumOff val="25000"/>
                    </a:schemeClr>
                  </a:solidFill>
                  <a:effectLst/>
                </a:rPr>
                <a:t/>
              </a:r>
              <a:br>
                <a:rPr lang="en-US" sz="1100" b="0" kern="1200" dirty="0">
                  <a:solidFill>
                    <a:schemeClr val="tx1">
                      <a:lumMod val="75000"/>
                      <a:lumOff val="25000"/>
                    </a:schemeClr>
                  </a:solidFill>
                  <a:effectLst/>
                </a:rPr>
              </a:br>
              <a:r>
                <a:rPr lang="en-US" sz="1100" b="0" kern="1200" dirty="0" err="1">
                  <a:solidFill>
                    <a:schemeClr val="tx1">
                      <a:lumMod val="75000"/>
                      <a:lumOff val="25000"/>
                    </a:schemeClr>
                  </a:solidFill>
                  <a:effectLst/>
                </a:rPr>
                <a:t>Chuyển</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mô</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hình</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thực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thể</a:t>
              </a:r>
              <a:r>
                <a:rPr lang="en-US" sz="1100" b="0" kern="1200" dirty="0">
                  <a:solidFill>
                    <a:schemeClr val="tx1">
                      <a:lumMod val="75000"/>
                      <a:lumOff val="25000"/>
                    </a:schemeClr>
                  </a:solidFill>
                  <a:effectLst/>
                </a:rPr>
                <a:t> sang </a:t>
              </a:r>
              <a:r>
                <a:rPr lang="en-US" sz="1100" b="0" kern="1200" dirty="0" err="1">
                  <a:solidFill>
                    <a:schemeClr val="tx1">
                      <a:lumMod val="75000"/>
                      <a:lumOff val="25000"/>
                    </a:schemeClr>
                  </a:solidFill>
                  <a:effectLst/>
                </a:rPr>
                <a:t>mô</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hình</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vật</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lý</a:t>
              </a:r>
              <a:r>
                <a:rPr lang="en-US" sz="1100" b="0" kern="1200" dirty="0">
                  <a:solidFill>
                    <a:schemeClr val="tx1">
                      <a:lumMod val="75000"/>
                      <a:lumOff val="25000"/>
                    </a:schemeClr>
                  </a:solidFill>
                  <a:effectLst/>
                </a:rPr>
                <a:t/>
              </a:r>
              <a:br>
                <a:rPr lang="en-US" sz="1100" b="0" kern="1200" dirty="0">
                  <a:solidFill>
                    <a:schemeClr val="tx1">
                      <a:lumMod val="75000"/>
                      <a:lumOff val="25000"/>
                    </a:schemeClr>
                  </a:solidFill>
                  <a:effectLst/>
                </a:rPr>
              </a:br>
              <a:r>
                <a:rPr lang="en-US" sz="1100" b="0" kern="1200" dirty="0" err="1">
                  <a:solidFill>
                    <a:schemeClr val="tx1">
                      <a:lumMod val="75000"/>
                      <a:lumOff val="25000"/>
                    </a:schemeClr>
                  </a:solidFill>
                  <a:effectLst/>
                </a:rPr>
                <a:t>Mô</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tả</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đầy</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đủ</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các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thuộc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tính</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của</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các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bảng</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trong</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mô</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hình</a:t>
              </a:r>
              <a:r>
                <a:rPr lang="en-US" sz="1100" b="0" kern="1200" dirty="0">
                  <a:solidFill>
                    <a:schemeClr val="tx1">
                      <a:lumMod val="75000"/>
                      <a:lumOff val="25000"/>
                    </a:schemeClr>
                  </a:solidFill>
                  <a:effectLst/>
                </a:rPr>
                <a:t> PDM</a:t>
              </a:r>
              <a:br>
                <a:rPr lang="en-US" sz="1100" b="0" kern="1200" dirty="0">
                  <a:solidFill>
                    <a:schemeClr val="tx1">
                      <a:lumMod val="75000"/>
                      <a:lumOff val="25000"/>
                    </a:schemeClr>
                  </a:solidFill>
                  <a:effectLst/>
                </a:rPr>
              </a:br>
              <a:r>
                <a:rPr lang="en-US" sz="1100" b="0" kern="1200" dirty="0" err="1">
                  <a:solidFill>
                    <a:schemeClr val="tx1">
                      <a:lumMod val="75000"/>
                      <a:lumOff val="25000"/>
                    </a:schemeClr>
                  </a:solidFill>
                  <a:effectLst/>
                </a:rPr>
                <a:t>Xác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định</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khóa</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và</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khóa</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ngoại</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của</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các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bảng</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trong</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mô</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hình</a:t>
              </a:r>
              <a:r>
                <a:rPr lang="en-US" sz="1100" b="0" kern="1200" dirty="0">
                  <a:solidFill>
                    <a:schemeClr val="tx1">
                      <a:lumMod val="75000"/>
                      <a:lumOff val="25000"/>
                    </a:schemeClr>
                  </a:solidFill>
                  <a:effectLst/>
                </a:rPr>
                <a:t> PDM</a:t>
              </a:r>
            </a:p>
          </p:txBody>
        </p:sp>
      </p:grpSp>
      <p:grpSp>
        <p:nvGrpSpPr>
          <p:cNvPr id="15" name="Group 14"/>
          <p:cNvGrpSpPr/>
          <p:nvPr/>
        </p:nvGrpSpPr>
        <p:grpSpPr>
          <a:xfrm>
            <a:off x="5381108" y="1816322"/>
            <a:ext cx="1632168" cy="1504315"/>
            <a:chOff x="4964306" y="0"/>
            <a:chExt cx="998463" cy="1504315"/>
          </a:xfrm>
        </p:grpSpPr>
        <p:sp>
          <p:nvSpPr>
            <p:cNvPr id="16" name="Rectangle 15"/>
            <p:cNvSpPr/>
            <p:nvPr/>
          </p:nvSpPr>
          <p:spPr>
            <a:xfrm>
              <a:off x="4964306" y="0"/>
              <a:ext cx="998463" cy="150431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7" name="TextBox 16"/>
            <p:cNvSpPr txBox="1"/>
            <p:nvPr/>
          </p:nvSpPr>
          <p:spPr>
            <a:xfrm>
              <a:off x="4964306" y="0"/>
              <a:ext cx="998463" cy="15043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b" anchorCtr="1">
              <a:noAutofit/>
            </a:bodyPr>
            <a:lstStyle/>
            <a:p>
              <a:pPr marL="17463" lvl="0" indent="0" algn="l" defTabSz="622300">
                <a:lnSpc>
                  <a:spcPct val="100000"/>
                </a:lnSpc>
                <a:spcBef>
                  <a:spcPct val="0"/>
                </a:spcBef>
                <a:spcAft>
                  <a:spcPct val="35000"/>
                </a:spcAft>
                <a:buNone/>
                <a:tabLst/>
              </a:pPr>
              <a:r>
                <a:rPr lang="en-US" sz="1400" b="1" kern="1200" dirty="0" err="1">
                  <a:solidFill>
                    <a:schemeClr val="tx1">
                      <a:lumMod val="75000"/>
                      <a:lumOff val="25000"/>
                    </a:schemeClr>
                  </a:solidFill>
                  <a:effectLst/>
                  <a:latin typeface="+mj-lt"/>
                </a:rPr>
                <a:t>Đặc</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tả</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yêu</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cầu</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bài</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toán</a:t>
              </a:r>
              <a:endParaRPr lang="en-US" sz="1400" b="1" kern="1200" dirty="0">
                <a:solidFill>
                  <a:schemeClr val="tx1">
                    <a:lumMod val="75000"/>
                    <a:lumOff val="25000"/>
                  </a:schemeClr>
                </a:solidFill>
                <a:effectLst/>
                <a:latin typeface="+mj-lt"/>
              </a:endParaRPr>
            </a:p>
            <a:p>
              <a:pPr marL="17463" lvl="1" indent="0" algn="l" defTabSz="488950">
                <a:lnSpc>
                  <a:spcPct val="100000"/>
                </a:lnSpc>
                <a:spcBef>
                  <a:spcPct val="0"/>
                </a:spcBef>
                <a:spcAft>
                  <a:spcPct val="15000"/>
                </a:spcAft>
                <a:buChar char="••"/>
                <a:tabLst/>
              </a:pPr>
              <a:r>
                <a:rPr lang="en-US" sz="1100" b="0" kern="1200" dirty="0" err="1">
                  <a:solidFill>
                    <a:schemeClr val="tx1">
                      <a:lumMod val="75000"/>
                      <a:lumOff val="25000"/>
                    </a:schemeClr>
                  </a:solidFill>
                  <a:effectLst/>
                </a:rPr>
                <a:t>Xác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định</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các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tác</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nhân</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và</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các</a:t>
              </a:r>
              <a:r>
                <a:rPr lang="en-US" sz="1100" b="0" kern="1200" dirty="0">
                  <a:solidFill>
                    <a:schemeClr val="tx1">
                      <a:lumMod val="75000"/>
                      <a:lumOff val="25000"/>
                    </a:schemeClr>
                  </a:solidFill>
                  <a:effectLst/>
                </a:rPr>
                <a:t> Use case </a:t>
              </a:r>
              <a:r>
                <a:rPr lang="en-US" sz="1100" b="0" kern="1200" dirty="0" err="1">
                  <a:solidFill>
                    <a:schemeClr val="tx1">
                      <a:lumMod val="75000"/>
                      <a:lumOff val="25000"/>
                    </a:schemeClr>
                  </a:solidFill>
                  <a:effectLst/>
                </a:rPr>
                <a:t>cần</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thiết</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cho</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hệ</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thống</a:t>
              </a:r>
              <a:r>
                <a:rPr lang="en-US" sz="1100" b="0" kern="1200" dirty="0">
                  <a:solidFill>
                    <a:schemeClr val="tx1">
                      <a:lumMod val="75000"/>
                      <a:lumOff val="25000"/>
                    </a:schemeClr>
                  </a:solidFill>
                  <a:effectLst/>
                </a:rPr>
                <a:t/>
              </a:r>
              <a:br>
                <a:rPr lang="en-US" sz="1100" b="0" kern="1200" dirty="0">
                  <a:solidFill>
                    <a:schemeClr val="tx1">
                      <a:lumMod val="75000"/>
                      <a:lumOff val="25000"/>
                    </a:schemeClr>
                  </a:solidFill>
                  <a:effectLst/>
                </a:rPr>
              </a:br>
              <a:r>
                <a:rPr lang="en-US" sz="1100" b="0" kern="1200" dirty="0" err="1">
                  <a:solidFill>
                    <a:schemeClr val="tx1">
                      <a:lumMod val="75000"/>
                      <a:lumOff val="25000"/>
                    </a:schemeClr>
                  </a:solidFill>
                  <a:effectLst/>
                </a:rPr>
                <a:t>Vẽ</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biểu</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đồ</a:t>
              </a:r>
              <a:r>
                <a:rPr lang="en-US" sz="1100" b="0" kern="1200" dirty="0">
                  <a:solidFill>
                    <a:schemeClr val="tx1">
                      <a:lumMod val="75000"/>
                      <a:lumOff val="25000"/>
                    </a:schemeClr>
                  </a:solidFill>
                  <a:effectLst/>
                </a:rPr>
                <a:t> Use case </a:t>
              </a:r>
              <a:r>
                <a:rPr lang="en-US" sz="1100" b="0" kern="1200" dirty="0" err="1">
                  <a:solidFill>
                    <a:schemeClr val="tx1">
                      <a:lumMod val="75000"/>
                      <a:lumOff val="25000"/>
                    </a:schemeClr>
                  </a:solidFill>
                  <a:effectLst/>
                </a:rPr>
                <a:t>tổng</a:t>
              </a:r>
              <a:r>
                <a:rPr lang="en-US" sz="1100" b="0" kern="1200" dirty="0">
                  <a:solidFill>
                    <a:schemeClr val="tx1">
                      <a:lumMod val="75000"/>
                      <a:lumOff val="25000"/>
                    </a:schemeClr>
                  </a:solidFill>
                  <a:effectLst/>
                </a:rPr>
                <a:t> </a:t>
              </a:r>
              <a:r>
                <a:rPr lang="en-US" sz="1100" b="0" kern="1200" dirty="0" err="1">
                  <a:solidFill>
                    <a:schemeClr val="tx1">
                      <a:lumMod val="75000"/>
                      <a:lumOff val="25000"/>
                    </a:schemeClr>
                  </a:solidFill>
                  <a:effectLst/>
                </a:rPr>
                <a:t>quan</a:t>
              </a:r>
              <a:endParaRPr lang="en-US" sz="1100" b="0" kern="1200" dirty="0">
                <a:solidFill>
                  <a:schemeClr val="tx1">
                    <a:lumMod val="75000"/>
                    <a:lumOff val="25000"/>
                  </a:schemeClr>
                </a:solidFill>
                <a:effectLst/>
              </a:endParaRPr>
            </a:p>
          </p:txBody>
        </p:sp>
      </p:grpSp>
      <p:grpSp>
        <p:nvGrpSpPr>
          <p:cNvPr id="18" name="Group 17"/>
          <p:cNvGrpSpPr/>
          <p:nvPr/>
        </p:nvGrpSpPr>
        <p:grpSpPr>
          <a:xfrm>
            <a:off x="7162997" y="3932519"/>
            <a:ext cx="2481334" cy="1504315"/>
            <a:chOff x="5497589" y="2256472"/>
            <a:chExt cx="3409428" cy="1504315"/>
          </a:xfrm>
        </p:grpSpPr>
        <p:sp>
          <p:nvSpPr>
            <p:cNvPr id="19" name="Rectangle 18"/>
            <p:cNvSpPr/>
            <p:nvPr/>
          </p:nvSpPr>
          <p:spPr>
            <a:xfrm>
              <a:off x="5497589" y="2256472"/>
              <a:ext cx="3231634" cy="150431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TextBox 19"/>
            <p:cNvSpPr txBox="1"/>
            <p:nvPr/>
          </p:nvSpPr>
          <p:spPr>
            <a:xfrm>
              <a:off x="5675383" y="2256472"/>
              <a:ext cx="3231634" cy="15043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t" anchorCtr="1">
              <a:noAutofit/>
            </a:bodyPr>
            <a:lstStyle/>
            <a:p>
              <a:pPr lvl="0" algn="l" defTabSz="622300">
                <a:lnSpc>
                  <a:spcPct val="100000"/>
                </a:lnSpc>
                <a:spcBef>
                  <a:spcPct val="0"/>
                </a:spcBef>
                <a:spcAft>
                  <a:spcPct val="35000"/>
                </a:spcAft>
              </a:pPr>
              <a:r>
                <a:rPr lang="en-US" sz="1400" b="1" kern="1200" dirty="0" err="1">
                  <a:solidFill>
                    <a:schemeClr val="tx1">
                      <a:lumMod val="75000"/>
                      <a:lumOff val="25000"/>
                    </a:schemeClr>
                  </a:solidFill>
                  <a:effectLst/>
                  <a:latin typeface="+mj-lt"/>
                </a:rPr>
                <a:t>Thiết</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kế</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giao</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diện</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phần</a:t>
              </a:r>
              <a:r>
                <a:rPr lang="en-US" sz="1400" b="1" kern="1200" dirty="0">
                  <a:solidFill>
                    <a:schemeClr val="tx1">
                      <a:lumMod val="75000"/>
                      <a:lumOff val="25000"/>
                    </a:schemeClr>
                  </a:solidFill>
                  <a:effectLst/>
                  <a:latin typeface="+mj-lt"/>
                </a:rPr>
                <a:t> </a:t>
              </a:r>
              <a:r>
                <a:rPr lang="en-US" sz="1400" b="1" kern="1200" dirty="0" err="1">
                  <a:solidFill>
                    <a:schemeClr val="tx1">
                      <a:lumMod val="75000"/>
                      <a:lumOff val="25000"/>
                    </a:schemeClr>
                  </a:solidFill>
                  <a:effectLst/>
                  <a:latin typeface="+mj-lt"/>
                </a:rPr>
                <a:t>mềm</a:t>
              </a:r>
              <a:endParaRPr lang="ru-RU" sz="1400" b="1" kern="1200" dirty="0">
                <a:solidFill>
                  <a:schemeClr val="tx1">
                    <a:lumMod val="75000"/>
                    <a:lumOff val="25000"/>
                  </a:schemeClr>
                </a:solidFill>
                <a:effectLst/>
                <a:latin typeface="+mj-lt"/>
              </a:endParaRPr>
            </a:p>
            <a:p>
              <a:pPr marL="0" lvl="0" indent="0" algn="l" defTabSz="533400">
                <a:lnSpc>
                  <a:spcPct val="100000"/>
                </a:lnSpc>
                <a:spcBef>
                  <a:spcPct val="0"/>
                </a:spcBef>
                <a:spcAft>
                  <a:spcPts val="0"/>
                </a:spcAft>
                <a:buChar char="••"/>
              </a:pPr>
              <a:r>
                <a:rPr lang="en-US" sz="1100" b="0" kern="1200" dirty="0" err="1">
                  <a:solidFill>
                    <a:schemeClr val="tx1">
                      <a:lumMod val="75000"/>
                      <a:lumOff val="25000"/>
                    </a:schemeClr>
                  </a:solidFill>
                  <a:effectLst/>
                  <a:latin typeface="+mn-lt"/>
                  <a:ea typeface="+mn-ea"/>
                  <a:cs typeface="+mn-cs"/>
                </a:rPr>
                <a:t>Hình</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thức</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thể</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hiện</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của</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màn</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hình</a:t>
              </a:r>
              <a:r>
                <a:rPr lang="en-US" sz="1100" b="0" kern="1200" dirty="0">
                  <a:solidFill>
                    <a:schemeClr val="tx1">
                      <a:lumMod val="75000"/>
                      <a:lumOff val="25000"/>
                    </a:schemeClr>
                  </a:solidFill>
                  <a:effectLst/>
                  <a:latin typeface="+mn-lt"/>
                  <a:ea typeface="+mn-ea"/>
                  <a:cs typeface="+mn-cs"/>
                </a:rPr>
                <a:t/>
              </a:r>
              <a:br>
                <a:rPr lang="en-US" sz="1100" b="0" kern="1200" dirty="0">
                  <a:solidFill>
                    <a:schemeClr val="tx1">
                      <a:lumMod val="75000"/>
                      <a:lumOff val="25000"/>
                    </a:schemeClr>
                  </a:solidFill>
                  <a:effectLst/>
                  <a:latin typeface="+mn-lt"/>
                  <a:ea typeface="+mn-ea"/>
                  <a:cs typeface="+mn-cs"/>
                </a:rPr>
              </a:br>
              <a:r>
                <a:rPr lang="en-US" sz="1100" b="0" kern="1200" dirty="0" err="1">
                  <a:solidFill>
                    <a:schemeClr val="tx1">
                      <a:lumMod val="75000"/>
                      <a:lumOff val="25000"/>
                    </a:schemeClr>
                  </a:solidFill>
                  <a:effectLst/>
                  <a:latin typeface="+mn-lt"/>
                  <a:ea typeface="+mn-ea"/>
                  <a:cs typeface="+mn-cs"/>
                </a:rPr>
                <a:t>Mô</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tả</a:t>
              </a:r>
              <a:r>
                <a:rPr lang="en-US" sz="1100" b="0" kern="1200" dirty="0">
                  <a:solidFill>
                    <a:schemeClr val="tx1">
                      <a:lumMod val="75000"/>
                      <a:lumOff val="25000"/>
                    </a:schemeClr>
                  </a:solidFill>
                  <a:effectLst/>
                  <a:latin typeface="+mn-lt"/>
                  <a:ea typeface="+mn-ea"/>
                  <a:cs typeface="+mn-cs"/>
                </a:rPr>
                <a:t> chi </a:t>
              </a:r>
              <a:r>
                <a:rPr lang="en-US" sz="1100" b="0" kern="1200" dirty="0" err="1">
                  <a:solidFill>
                    <a:schemeClr val="tx1">
                      <a:lumMod val="75000"/>
                      <a:lumOff val="25000"/>
                    </a:schemeClr>
                  </a:solidFill>
                  <a:effectLst/>
                  <a:latin typeface="+mn-lt"/>
                  <a:ea typeface="+mn-ea"/>
                  <a:cs typeface="+mn-cs"/>
                </a:rPr>
                <a:t>tiết</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các</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xử</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lý</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trong</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màn</a:t>
              </a:r>
              <a:r>
                <a:rPr lang="en-US" sz="1100" b="0" kern="1200" dirty="0">
                  <a:solidFill>
                    <a:schemeClr val="tx1">
                      <a:lumMod val="75000"/>
                      <a:lumOff val="25000"/>
                    </a:schemeClr>
                  </a:solidFill>
                  <a:effectLst/>
                  <a:latin typeface="+mn-lt"/>
                  <a:ea typeface="+mn-ea"/>
                  <a:cs typeface="+mn-cs"/>
                </a:rPr>
                <a:t> </a:t>
              </a:r>
              <a:r>
                <a:rPr lang="en-US" sz="1100" b="0" kern="1200" dirty="0" err="1">
                  <a:solidFill>
                    <a:schemeClr val="tx1">
                      <a:lumMod val="75000"/>
                      <a:lumOff val="25000"/>
                    </a:schemeClr>
                  </a:solidFill>
                  <a:effectLst/>
                  <a:latin typeface="+mn-lt"/>
                  <a:ea typeface="+mn-ea"/>
                  <a:cs typeface="+mn-cs"/>
                </a:rPr>
                <a:t>hình</a:t>
              </a:r>
              <a:endParaRPr lang="en-US" sz="1100" b="0" kern="1200" dirty="0">
                <a:solidFill>
                  <a:schemeClr val="tx1">
                    <a:lumMod val="75000"/>
                    <a:lumOff val="25000"/>
                  </a:schemeClr>
                </a:solidFill>
                <a:effectLst/>
                <a:latin typeface="+mn-lt"/>
                <a:ea typeface="+mn-ea"/>
                <a:cs typeface="+mn-cs"/>
              </a:endParaRPr>
            </a:p>
          </p:txBody>
        </p:sp>
      </p:grpSp>
      <p:sp>
        <p:nvSpPr>
          <p:cNvPr id="21" name="Title 1">
            <a:extLst>
              <a:ext uri="{FF2B5EF4-FFF2-40B4-BE49-F238E27FC236}">
                <a16:creationId xmlns:a16="http://schemas.microsoft.com/office/drawing/2014/main" id="{86531FB3-8761-4C62-A879-97C144611878}"/>
              </a:ext>
            </a:extLst>
          </p:cNvPr>
          <p:cNvSpPr>
            <a:spLocks noGrp="1"/>
          </p:cNvSpPr>
          <p:nvPr>
            <p:ph type="title"/>
          </p:nvPr>
        </p:nvSpPr>
        <p:spPr>
          <a:xfrm>
            <a:off x="1097280" y="421817"/>
            <a:ext cx="10058400" cy="1369074"/>
          </a:xfrm>
        </p:spPr>
        <p:txBody>
          <a:bodyPr/>
          <a:lstStyle/>
          <a:p>
            <a:r>
              <a:rPr lang="en-US" dirty="0"/>
              <a:t>1. </a:t>
            </a:r>
            <a:r>
              <a:rPr lang="en-US" dirty="0" err="1"/>
              <a:t>khảo</a:t>
            </a:r>
            <a:r>
              <a:rPr lang="en-US" dirty="0"/>
              <a:t> </a:t>
            </a:r>
            <a:r>
              <a:rPr lang="en-US" dirty="0" err="1"/>
              <a:t>sát</a:t>
            </a:r>
            <a:r>
              <a:rPr lang="en-US" dirty="0"/>
              <a:t> </a:t>
            </a:r>
            <a:r>
              <a:rPr lang="en-US" dirty="0" err="1"/>
              <a:t>bài</a:t>
            </a:r>
            <a:r>
              <a:rPr lang="en-US" dirty="0"/>
              <a:t> </a:t>
            </a:r>
            <a:r>
              <a:rPr lang="en-US" dirty="0" err="1"/>
              <a:t>toán</a:t>
            </a:r>
            <a:endParaRPr lang="en-US" dirty="0"/>
          </a:p>
        </p:txBody>
      </p:sp>
    </p:spTree>
    <p:extLst>
      <p:ext uri="{BB962C8B-B14F-4D97-AF65-F5344CB8AC3E}">
        <p14:creationId xmlns:p14="http://schemas.microsoft.com/office/powerpoint/2010/main" val="927669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23" descr="A group of people sitting at a table discussing plans">
            <a:extLst>
              <a:ext uri="{FF2B5EF4-FFF2-40B4-BE49-F238E27FC236}">
                <a16:creationId xmlns:a16="http://schemas.microsoft.com/office/drawing/2014/main" id="{14641C01-C347-EE4E-A9B1-95BFFAA1ADA5}"/>
              </a:ext>
            </a:extLst>
          </p:cNvPr>
          <p:cNvPicPr>
            <a:picLocks noGrp="1" noChangeAspect="1"/>
          </p:cNvPicPr>
          <p:nvPr>
            <p:ph type="pic" sz="quarter" idx="13"/>
          </p:nvPr>
        </p:nvPicPr>
        <p:blipFill>
          <a:blip r:embed="rId2" cstate="email">
            <a:duotone>
              <a:prstClr val="black"/>
              <a:schemeClr val="accent6">
                <a:tint val="45000"/>
                <a:satMod val="400000"/>
              </a:schemeClr>
            </a:duotone>
            <a:alphaModFix amt="85000"/>
            <a:extLst>
              <a:ext uri="{28A0092B-C50C-407E-A947-70E740481C1C}">
                <a14:useLocalDpi xmlns:a14="http://schemas.microsoft.com/office/drawing/2010/main"/>
              </a:ext>
            </a:extLst>
          </a:blip>
          <a:srcRect/>
          <a:stretch>
            <a:fillRect/>
          </a:stretch>
        </p:blipFill>
        <p:spPr/>
      </p:pic>
      <p:sp>
        <p:nvSpPr>
          <p:cNvPr id="12" name="Content Placeholder 11">
            <a:extLst>
              <a:ext uri="{FF2B5EF4-FFF2-40B4-BE49-F238E27FC236}">
                <a16:creationId xmlns:a16="http://schemas.microsoft.com/office/drawing/2014/main" id="{2F06A708-C428-8443-AB48-F60A95FF71FE}"/>
              </a:ext>
            </a:extLst>
          </p:cNvPr>
          <p:cNvSpPr>
            <a:spLocks noGrp="1"/>
          </p:cNvSpPr>
          <p:nvPr>
            <p:ph sz="half" idx="1"/>
          </p:nvPr>
        </p:nvSpPr>
        <p:spPr>
          <a:xfrm>
            <a:off x="640080" y="2382923"/>
            <a:ext cx="4144096" cy="4032225"/>
          </a:xfrm>
        </p:spPr>
        <p:txBody>
          <a:bodyPr/>
          <a:lstStyle/>
          <a:p>
            <a:pPr algn="just"/>
            <a:r>
              <a:rPr lang="vi-VN" sz="1800" b="0" i="0" u="none" strike="noStrike" dirty="0">
                <a:solidFill>
                  <a:srgbClr val="000000"/>
                </a:solidFill>
                <a:effectLst/>
                <a:latin typeface="Times New Roman" panose="02020603050405020304" pitchFamily="18" charset="0"/>
              </a:rPr>
              <a:t>Phần mềm quản lý nhà hàng là công cụ giúp bạn có thể vận hành và kinh doanh nhà hàng, quán ăn một cách trơn tru</a:t>
            </a:r>
            <a:r>
              <a:rPr lang="en-US" dirty="0"/>
              <a:t>.</a:t>
            </a:r>
          </a:p>
          <a:p>
            <a:pPr algn="just"/>
            <a:endParaRPr lang="en-US" dirty="0"/>
          </a:p>
          <a:p>
            <a:pPr algn="just"/>
            <a:r>
              <a:rPr lang="vi-VN" sz="1800" b="0" i="0" u="none" strike="noStrike" dirty="0">
                <a:solidFill>
                  <a:srgbClr val="000000"/>
                </a:solidFill>
                <a:effectLst/>
                <a:latin typeface="Times New Roman" panose="02020603050405020304" pitchFamily="18" charset="0"/>
              </a:rPr>
              <a:t>Chủ nhà hàng có thể tối ưu quy trình phục vụ của nhân viên, xem báo cáo hàng ngày, quản lý nhân viên, quản lý nguyên liệu kho, quản lý doanh thu…</a:t>
            </a:r>
            <a:endParaRPr lang="en-US" sz="1800" b="0" i="0" u="none" strike="noStrike" dirty="0">
              <a:solidFill>
                <a:srgbClr val="000000"/>
              </a:solidFill>
              <a:effectLst/>
              <a:latin typeface="Times New Roman" panose="02020603050405020304" pitchFamily="18" charset="0"/>
            </a:endParaRPr>
          </a:p>
          <a:p>
            <a:pPr algn="just"/>
            <a:endParaRPr lang="en-US" sz="1800" dirty="0">
              <a:solidFill>
                <a:srgbClr val="000000"/>
              </a:solidFill>
              <a:latin typeface="Times New Roman" panose="02020603050405020304" pitchFamily="18" charset="0"/>
            </a:endParaRPr>
          </a:p>
          <a:p>
            <a:pPr algn="just"/>
            <a:endParaRPr lang="en-US" dirty="0"/>
          </a:p>
        </p:txBody>
      </p:sp>
      <p:sp>
        <p:nvSpPr>
          <p:cNvPr id="11" name="Title 10">
            <a:extLst>
              <a:ext uri="{FF2B5EF4-FFF2-40B4-BE49-F238E27FC236}">
                <a16:creationId xmlns:a16="http://schemas.microsoft.com/office/drawing/2014/main" id="{09B206E8-59BD-1B4C-8912-9A0443F96A4F}"/>
              </a:ext>
            </a:extLst>
          </p:cNvPr>
          <p:cNvSpPr>
            <a:spLocks noGrp="1"/>
          </p:cNvSpPr>
          <p:nvPr>
            <p:ph type="title"/>
          </p:nvPr>
        </p:nvSpPr>
        <p:spPr>
          <a:xfrm>
            <a:off x="1097280" y="421817"/>
            <a:ext cx="4333702" cy="1369074"/>
          </a:xfrm>
        </p:spPr>
        <p:txBody>
          <a:bodyPr>
            <a:normAutofit/>
          </a:bodyPr>
          <a:lstStyle/>
          <a:p>
            <a:r>
              <a:rPr lang="en-US" sz="3600" dirty="0" err="1">
                <a:sym typeface="Bodoni SvtyTwo ITC TT-Book"/>
              </a:rPr>
              <a:t>Khảo</a:t>
            </a:r>
            <a:r>
              <a:rPr lang="en-US" sz="3600" dirty="0">
                <a:sym typeface="Bodoni SvtyTwo ITC TT-Book"/>
              </a:rPr>
              <a:t> </a:t>
            </a:r>
            <a:r>
              <a:rPr lang="en-US" sz="3600" dirty="0" err="1">
                <a:sym typeface="Bodoni SvtyTwo ITC TT-Book"/>
              </a:rPr>
              <a:t>sát</a:t>
            </a:r>
            <a:r>
              <a:rPr lang="en-US" sz="3600" dirty="0">
                <a:sym typeface="Bodoni SvtyTwo ITC TT-Book"/>
              </a:rPr>
              <a:t> </a:t>
            </a:r>
            <a:r>
              <a:rPr lang="en-US" sz="3600" dirty="0" err="1">
                <a:sym typeface="Bodoni SvtyTwo ITC TT-Book"/>
              </a:rPr>
              <a:t>bài</a:t>
            </a:r>
            <a:r>
              <a:rPr lang="en-US" sz="3600" dirty="0">
                <a:sym typeface="Bodoni SvtyTwo ITC TT-Book"/>
              </a:rPr>
              <a:t> </a:t>
            </a:r>
            <a:r>
              <a:rPr lang="en-US" sz="3600" dirty="0" err="1">
                <a:sym typeface="Bodoni SvtyTwo ITC TT-Book"/>
              </a:rPr>
              <a:t>toán</a:t>
            </a:r>
            <a:endParaRPr lang="en-US" sz="3600" dirty="0">
              <a:sym typeface="Bodoni SvtyTwo ITC TT-Book"/>
            </a:endParaRPr>
          </a:p>
        </p:txBody>
      </p:sp>
    </p:spTree>
    <p:extLst>
      <p:ext uri="{BB962C8B-B14F-4D97-AF65-F5344CB8AC3E}">
        <p14:creationId xmlns:p14="http://schemas.microsoft.com/office/powerpoint/2010/main" val="398011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4">
            <a:extLst>
              <a:ext uri="{FF2B5EF4-FFF2-40B4-BE49-F238E27FC236}">
                <a16:creationId xmlns:a16="http://schemas.microsoft.com/office/drawing/2014/main" id="{AA5C8701-F5AC-465B-A671-050D083A8CB7}"/>
              </a:ext>
            </a:extLst>
          </p:cNvPr>
          <p:cNvGraphicFramePr>
            <a:graphicFrameLocks noGrp="1"/>
          </p:cNvGraphicFramePr>
          <p:nvPr>
            <p:ph idx="1"/>
            <p:extLst>
              <p:ext uri="{D42A27DB-BD31-4B8C-83A1-F6EECF244321}">
                <p14:modId xmlns:p14="http://schemas.microsoft.com/office/powerpoint/2010/main" val="2049859629"/>
              </p:ext>
            </p:extLst>
          </p:nvPr>
        </p:nvGraphicFramePr>
        <p:xfrm>
          <a:off x="1096963" y="2108200"/>
          <a:ext cx="10058400" cy="3477780"/>
        </p:xfrm>
        <a:graphic>
          <a:graphicData uri="http://schemas.openxmlformats.org/drawingml/2006/table">
            <a:tbl>
              <a:tblPr firstRow="1" bandRow="1">
                <a:tableStyleId>{9D7B26C5-4107-4FEC-AEDC-1716B250A1EF}</a:tableStyleId>
              </a:tblPr>
              <a:tblGrid>
                <a:gridCol w="3352800">
                  <a:extLst>
                    <a:ext uri="{9D8B030D-6E8A-4147-A177-3AD203B41FA5}">
                      <a16:colId xmlns:a16="http://schemas.microsoft.com/office/drawing/2014/main" val="3628234326"/>
                    </a:ext>
                  </a:extLst>
                </a:gridCol>
                <a:gridCol w="3352800">
                  <a:extLst>
                    <a:ext uri="{9D8B030D-6E8A-4147-A177-3AD203B41FA5}">
                      <a16:colId xmlns:a16="http://schemas.microsoft.com/office/drawing/2014/main" val="1083199451"/>
                    </a:ext>
                  </a:extLst>
                </a:gridCol>
                <a:gridCol w="3352800">
                  <a:extLst>
                    <a:ext uri="{9D8B030D-6E8A-4147-A177-3AD203B41FA5}">
                      <a16:colId xmlns:a16="http://schemas.microsoft.com/office/drawing/2014/main" val="1334118722"/>
                    </a:ext>
                  </a:extLst>
                </a:gridCol>
              </a:tblGrid>
              <a:tr h="906814">
                <a:tc>
                  <a:txBody>
                    <a:bodyPr/>
                    <a:lstStyle/>
                    <a:p>
                      <a:pPr algn="ctr"/>
                      <a:r>
                        <a:rPr lang="en-US" sz="2400" b="0" cap="all" spc="150" dirty="0" err="1">
                          <a:solidFill>
                            <a:schemeClr val="tx1">
                              <a:lumMod val="75000"/>
                              <a:lumOff val="25000"/>
                            </a:schemeClr>
                          </a:solidFill>
                        </a:rPr>
                        <a:t>Quản</a:t>
                      </a:r>
                      <a:r>
                        <a:rPr lang="en-US" sz="2400" b="0" cap="all" spc="150" dirty="0">
                          <a:solidFill>
                            <a:schemeClr val="tx1">
                              <a:lumMod val="75000"/>
                              <a:lumOff val="25000"/>
                            </a:schemeClr>
                          </a:solidFill>
                        </a:rPr>
                        <a:t> </a:t>
                      </a:r>
                      <a:r>
                        <a:rPr lang="en-US" sz="2400" b="0" cap="all" spc="150" dirty="0" err="1">
                          <a:solidFill>
                            <a:schemeClr val="tx1">
                              <a:lumMod val="75000"/>
                              <a:lumOff val="25000"/>
                            </a:schemeClr>
                          </a:solidFill>
                        </a:rPr>
                        <a:t>lý</a:t>
                      </a:r>
                      <a:endParaRPr lang="en-US" sz="2400" b="0" cap="all" spc="150" dirty="0">
                        <a:solidFill>
                          <a:schemeClr val="tx1">
                            <a:lumMod val="75000"/>
                            <a:lumOff val="25000"/>
                          </a:schemeClr>
                        </a:solidFill>
                      </a:endParaRPr>
                    </a:p>
                  </a:txBody>
                  <a:tcPr marL="224212" marR="224212" marT="224212" marB="224212">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cap="all" spc="150" dirty="0">
                          <a:solidFill>
                            <a:schemeClr val="tx1">
                              <a:lumMod val="75000"/>
                              <a:lumOff val="25000"/>
                            </a:schemeClr>
                          </a:solidFill>
                        </a:rPr>
                        <a:t>NHÂN VIÊN</a:t>
                      </a:r>
                    </a:p>
                  </a:txBody>
                  <a:tcPr marL="224212" marR="224212" marT="224212" marB="224212">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cap="all" spc="150" dirty="0">
                          <a:solidFill>
                            <a:schemeClr val="tx1">
                              <a:lumMod val="75000"/>
                              <a:lumOff val="25000"/>
                            </a:schemeClr>
                          </a:solidFill>
                        </a:rPr>
                        <a:t>THU NGÂN</a:t>
                      </a:r>
                    </a:p>
                  </a:txBody>
                  <a:tcPr marL="224212" marR="224212" marT="224212" marB="224212">
                    <a:lnT w="12700" cap="flat" cmpd="sng" algn="ctr">
                      <a:noFill/>
                      <a:prstDash val="solid"/>
                      <a:round/>
                      <a:headEnd type="none" w="med" len="med"/>
                      <a:tailEnd type="none" w="med" len="med"/>
                    </a:lnT>
                  </a:tcPr>
                </a:tc>
                <a:extLst>
                  <a:ext uri="{0D108BD9-81ED-4DB2-BD59-A6C34878D82A}">
                    <a16:rowId xmlns:a16="http://schemas.microsoft.com/office/drawing/2014/main" val="4160608299"/>
                  </a:ext>
                </a:extLst>
              </a:tr>
              <a:tr h="9068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cap="none" spc="0" dirty="0" err="1">
                          <a:solidFill>
                            <a:schemeClr val="tx1">
                              <a:lumMod val="75000"/>
                              <a:lumOff val="25000"/>
                            </a:schemeClr>
                          </a:solidFill>
                        </a:rPr>
                        <a:t>Nhân</a:t>
                      </a:r>
                      <a:r>
                        <a:rPr lang="en-US" sz="2400" b="0" cap="none" spc="0" dirty="0">
                          <a:solidFill>
                            <a:schemeClr val="tx1">
                              <a:lumMod val="75000"/>
                              <a:lumOff val="25000"/>
                            </a:schemeClr>
                          </a:solidFill>
                        </a:rPr>
                        <a:t> </a:t>
                      </a:r>
                      <a:r>
                        <a:rPr lang="en-US" sz="2400" b="0" cap="none" spc="0" dirty="0" err="1">
                          <a:solidFill>
                            <a:schemeClr val="tx1">
                              <a:lumMod val="75000"/>
                              <a:lumOff val="25000"/>
                            </a:schemeClr>
                          </a:solidFill>
                        </a:rPr>
                        <a:t>viên</a:t>
                      </a:r>
                      <a:endParaRPr lang="en-US" sz="2400" b="0" cap="none" spc="0" dirty="0">
                        <a:solidFill>
                          <a:schemeClr val="tx1">
                            <a:lumMod val="75000"/>
                            <a:lumOff val="25000"/>
                          </a:schemeClr>
                        </a:solidFill>
                      </a:endParaRPr>
                    </a:p>
                  </a:txBody>
                  <a:tcPr marL="224212" marR="224212" marT="224212" marB="224212"/>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cap="none" spc="0" dirty="0" err="1">
                          <a:solidFill>
                            <a:schemeClr val="tx1">
                              <a:lumMod val="75000"/>
                              <a:lumOff val="25000"/>
                            </a:schemeClr>
                          </a:solidFill>
                        </a:rPr>
                        <a:t>Đăng</a:t>
                      </a:r>
                      <a:r>
                        <a:rPr lang="en-US" sz="2400" b="0" cap="none" spc="0" dirty="0">
                          <a:solidFill>
                            <a:schemeClr val="tx1">
                              <a:lumMod val="75000"/>
                              <a:lumOff val="25000"/>
                            </a:schemeClr>
                          </a:solidFill>
                        </a:rPr>
                        <a:t> </a:t>
                      </a:r>
                      <a:r>
                        <a:rPr lang="en-US" sz="2400" b="0" cap="none" spc="0" dirty="0" err="1">
                          <a:solidFill>
                            <a:schemeClr val="tx1">
                              <a:lumMod val="75000"/>
                              <a:lumOff val="25000"/>
                            </a:schemeClr>
                          </a:solidFill>
                        </a:rPr>
                        <a:t>ký</a:t>
                      </a:r>
                      <a:r>
                        <a:rPr lang="en-US" sz="2400" b="0" cap="none" spc="0" dirty="0">
                          <a:solidFill>
                            <a:schemeClr val="tx1">
                              <a:lumMod val="75000"/>
                              <a:lumOff val="25000"/>
                            </a:schemeClr>
                          </a:solidFill>
                        </a:rPr>
                        <a:t> </a:t>
                      </a:r>
                      <a:r>
                        <a:rPr lang="en-US" sz="2400" b="0" cap="none" spc="0" dirty="0" err="1">
                          <a:solidFill>
                            <a:schemeClr val="tx1">
                              <a:lumMod val="75000"/>
                              <a:lumOff val="25000"/>
                            </a:schemeClr>
                          </a:solidFill>
                        </a:rPr>
                        <a:t>lịch</a:t>
                      </a:r>
                      <a:r>
                        <a:rPr lang="en-US" sz="2400" b="0" cap="none" spc="0" dirty="0">
                          <a:solidFill>
                            <a:schemeClr val="tx1">
                              <a:lumMod val="75000"/>
                              <a:lumOff val="25000"/>
                            </a:schemeClr>
                          </a:solidFill>
                        </a:rPr>
                        <a:t> </a:t>
                      </a:r>
                      <a:r>
                        <a:rPr lang="en-US" sz="2400" b="0" cap="none" spc="0" dirty="0" err="1">
                          <a:solidFill>
                            <a:schemeClr val="tx1">
                              <a:lumMod val="75000"/>
                              <a:lumOff val="25000"/>
                            </a:schemeClr>
                          </a:solidFill>
                        </a:rPr>
                        <a:t>làm</a:t>
                      </a:r>
                      <a:endParaRPr lang="en-US" sz="2400" b="0" cap="none" spc="0" dirty="0">
                        <a:solidFill>
                          <a:schemeClr val="tx1">
                            <a:lumMod val="75000"/>
                            <a:lumOff val="25000"/>
                          </a:schemeClr>
                        </a:solidFill>
                      </a:endParaRPr>
                    </a:p>
                  </a:txBody>
                  <a:tcPr marL="224212" marR="224212" marT="224212" marB="224212"/>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cap="none" spc="0" dirty="0" err="1">
                          <a:solidFill>
                            <a:schemeClr val="tx1">
                              <a:lumMod val="75000"/>
                              <a:lumOff val="25000"/>
                            </a:schemeClr>
                          </a:solidFill>
                        </a:rPr>
                        <a:t>Quản</a:t>
                      </a:r>
                      <a:r>
                        <a:rPr lang="en-US" sz="2400" b="0" cap="none" spc="0" dirty="0">
                          <a:solidFill>
                            <a:schemeClr val="tx1">
                              <a:lumMod val="75000"/>
                              <a:lumOff val="25000"/>
                            </a:schemeClr>
                          </a:solidFill>
                        </a:rPr>
                        <a:t> </a:t>
                      </a:r>
                      <a:r>
                        <a:rPr lang="en-US" sz="2400" b="0" cap="none" spc="0" dirty="0" err="1">
                          <a:solidFill>
                            <a:schemeClr val="tx1">
                              <a:lumMod val="75000"/>
                              <a:lumOff val="25000"/>
                            </a:schemeClr>
                          </a:solidFill>
                        </a:rPr>
                        <a:t>lý</a:t>
                      </a:r>
                      <a:r>
                        <a:rPr lang="en-US" sz="2400" b="0" cap="none" spc="0" dirty="0">
                          <a:solidFill>
                            <a:schemeClr val="tx1">
                              <a:lumMod val="75000"/>
                              <a:lumOff val="25000"/>
                            </a:schemeClr>
                          </a:solidFill>
                        </a:rPr>
                        <a:t> </a:t>
                      </a:r>
                      <a:r>
                        <a:rPr lang="en-US" sz="2400" b="0" cap="none" spc="0" dirty="0" err="1">
                          <a:solidFill>
                            <a:schemeClr val="tx1">
                              <a:lumMod val="75000"/>
                              <a:lumOff val="25000"/>
                            </a:schemeClr>
                          </a:solidFill>
                        </a:rPr>
                        <a:t>hóa</a:t>
                      </a:r>
                      <a:r>
                        <a:rPr lang="en-US" sz="2400" b="0" cap="none" spc="0" dirty="0">
                          <a:solidFill>
                            <a:schemeClr val="tx1">
                              <a:lumMod val="75000"/>
                              <a:lumOff val="25000"/>
                            </a:schemeClr>
                          </a:solidFill>
                        </a:rPr>
                        <a:t> </a:t>
                      </a:r>
                      <a:r>
                        <a:rPr lang="en-US" sz="2400" b="0" cap="none" spc="0" dirty="0" err="1">
                          <a:solidFill>
                            <a:schemeClr val="tx1">
                              <a:lumMod val="75000"/>
                              <a:lumOff val="25000"/>
                            </a:schemeClr>
                          </a:solidFill>
                        </a:rPr>
                        <a:t>đơn</a:t>
                      </a:r>
                      <a:endParaRPr lang="en-US" sz="2400" b="0" cap="none" spc="0" dirty="0">
                        <a:solidFill>
                          <a:schemeClr val="tx1">
                            <a:lumMod val="75000"/>
                            <a:lumOff val="25000"/>
                          </a:schemeClr>
                        </a:solidFill>
                      </a:endParaRPr>
                    </a:p>
                  </a:txBody>
                  <a:tcPr marL="224212" marR="224212" marT="224212" marB="224212"/>
                </a:tc>
                <a:extLst>
                  <a:ext uri="{0D108BD9-81ED-4DB2-BD59-A6C34878D82A}">
                    <a16:rowId xmlns:a16="http://schemas.microsoft.com/office/drawing/2014/main" val="2247853108"/>
                  </a:ext>
                </a:extLst>
              </a:tr>
              <a:tr h="8320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cap="none" spc="0" dirty="0" err="1">
                          <a:solidFill>
                            <a:schemeClr val="tx1">
                              <a:lumMod val="75000"/>
                              <a:lumOff val="25000"/>
                            </a:schemeClr>
                          </a:solidFill>
                        </a:rPr>
                        <a:t>Lịch</a:t>
                      </a:r>
                      <a:r>
                        <a:rPr lang="en-US" sz="2000" b="0" cap="none" spc="0" dirty="0">
                          <a:solidFill>
                            <a:schemeClr val="tx1">
                              <a:lumMod val="75000"/>
                              <a:lumOff val="25000"/>
                            </a:schemeClr>
                          </a:solidFill>
                        </a:rPr>
                        <a:t> </a:t>
                      </a:r>
                      <a:r>
                        <a:rPr lang="en-US" sz="2000" b="0" cap="none" spc="0" dirty="0" err="1">
                          <a:solidFill>
                            <a:schemeClr val="tx1">
                              <a:lumMod val="75000"/>
                              <a:lumOff val="25000"/>
                            </a:schemeClr>
                          </a:solidFill>
                        </a:rPr>
                        <a:t>làm</a:t>
                      </a:r>
                      <a:endParaRPr lang="en-US" sz="2000" b="0" cap="none" spc="0" dirty="0">
                        <a:solidFill>
                          <a:schemeClr val="tx1">
                            <a:lumMod val="75000"/>
                            <a:lumOff val="25000"/>
                          </a:schemeClr>
                        </a:solidFill>
                      </a:endParaRPr>
                    </a:p>
                  </a:txBody>
                  <a:tcPr marL="224212" marR="224212" marT="224212" marB="224212">
                    <a:solidFill>
                      <a:schemeClr val="tx2">
                        <a:lumMod val="40000"/>
                        <a:lumOff val="6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cap="none" spc="0" dirty="0">
                        <a:solidFill>
                          <a:schemeClr val="tx1">
                            <a:lumMod val="75000"/>
                            <a:lumOff val="25000"/>
                          </a:schemeClr>
                        </a:solidFill>
                      </a:endParaRPr>
                    </a:p>
                  </a:txBody>
                  <a:tcPr marL="224212" marR="224212" marT="224212" marB="224212">
                    <a:solidFill>
                      <a:schemeClr val="tx2">
                        <a:lumMod val="40000"/>
                        <a:lumOff val="6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cap="none" spc="0" dirty="0" err="1">
                          <a:solidFill>
                            <a:schemeClr val="tx1">
                              <a:lumMod val="75000"/>
                              <a:lumOff val="25000"/>
                            </a:schemeClr>
                          </a:solidFill>
                        </a:rPr>
                        <a:t>Lập</a:t>
                      </a:r>
                      <a:r>
                        <a:rPr lang="en-US" sz="2000" b="0" cap="none" spc="0" dirty="0">
                          <a:solidFill>
                            <a:schemeClr val="tx1">
                              <a:lumMod val="75000"/>
                              <a:lumOff val="25000"/>
                            </a:schemeClr>
                          </a:solidFill>
                        </a:rPr>
                        <a:t> </a:t>
                      </a:r>
                      <a:r>
                        <a:rPr lang="en-US" sz="2000" b="0" cap="none" spc="0" dirty="0" err="1">
                          <a:solidFill>
                            <a:schemeClr val="tx1">
                              <a:lumMod val="75000"/>
                              <a:lumOff val="25000"/>
                            </a:schemeClr>
                          </a:solidFill>
                        </a:rPr>
                        <a:t>hóa</a:t>
                      </a:r>
                      <a:r>
                        <a:rPr lang="en-US" sz="2000" b="0" cap="none" spc="0" dirty="0">
                          <a:solidFill>
                            <a:schemeClr val="tx1">
                              <a:lumMod val="75000"/>
                              <a:lumOff val="25000"/>
                            </a:schemeClr>
                          </a:solidFill>
                        </a:rPr>
                        <a:t> </a:t>
                      </a:r>
                      <a:r>
                        <a:rPr lang="en-US" sz="2000" b="0" cap="none" spc="0" dirty="0" err="1">
                          <a:solidFill>
                            <a:schemeClr val="tx1">
                              <a:lumMod val="75000"/>
                              <a:lumOff val="25000"/>
                            </a:schemeClr>
                          </a:solidFill>
                        </a:rPr>
                        <a:t>đơn</a:t>
                      </a:r>
                      <a:endParaRPr lang="en-US" sz="2000" b="0" cap="none" spc="0" dirty="0">
                        <a:solidFill>
                          <a:schemeClr val="tx1">
                            <a:lumMod val="75000"/>
                            <a:lumOff val="25000"/>
                          </a:schemeClr>
                        </a:solidFill>
                      </a:endParaRPr>
                    </a:p>
                  </a:txBody>
                  <a:tcPr marL="224212" marR="224212" marT="224212" marB="224212">
                    <a:solidFill>
                      <a:schemeClr val="tx2">
                        <a:lumMod val="40000"/>
                        <a:lumOff val="60000"/>
                        <a:alpha val="20000"/>
                      </a:schemeClr>
                    </a:solidFill>
                  </a:tcPr>
                </a:tc>
                <a:extLst>
                  <a:ext uri="{0D108BD9-81ED-4DB2-BD59-A6C34878D82A}">
                    <a16:rowId xmlns:a16="http://schemas.microsoft.com/office/drawing/2014/main" val="3947518332"/>
                  </a:ext>
                </a:extLst>
              </a:tr>
              <a:tr h="8320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cap="none" spc="0" dirty="0" err="1">
                          <a:solidFill>
                            <a:schemeClr val="tx1">
                              <a:lumMod val="75000"/>
                              <a:lumOff val="25000"/>
                            </a:schemeClr>
                          </a:solidFill>
                        </a:rPr>
                        <a:t>Món</a:t>
                      </a:r>
                      <a:r>
                        <a:rPr lang="en-US" sz="2000" b="0" cap="none" spc="0" dirty="0">
                          <a:solidFill>
                            <a:schemeClr val="tx1">
                              <a:lumMod val="75000"/>
                              <a:lumOff val="25000"/>
                            </a:schemeClr>
                          </a:solidFill>
                        </a:rPr>
                        <a:t> </a:t>
                      </a:r>
                      <a:r>
                        <a:rPr lang="en-US" sz="2000" b="0" cap="none" spc="0" dirty="0" err="1">
                          <a:solidFill>
                            <a:schemeClr val="tx1">
                              <a:lumMod val="75000"/>
                              <a:lumOff val="25000"/>
                            </a:schemeClr>
                          </a:solidFill>
                        </a:rPr>
                        <a:t>ăn</a:t>
                      </a:r>
                      <a:endParaRPr lang="en-US" sz="2000" b="0" cap="none" spc="0" dirty="0">
                        <a:solidFill>
                          <a:schemeClr val="tx1">
                            <a:lumMod val="75000"/>
                            <a:lumOff val="25000"/>
                          </a:schemeClr>
                        </a:solidFill>
                      </a:endParaRPr>
                    </a:p>
                  </a:txBody>
                  <a:tcPr marL="224212" marR="224212" marT="224212" marB="224212">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cap="none" spc="0" dirty="0">
                        <a:solidFill>
                          <a:schemeClr val="tx1">
                            <a:lumMod val="75000"/>
                            <a:lumOff val="25000"/>
                          </a:schemeClr>
                        </a:solidFill>
                      </a:endParaRPr>
                    </a:p>
                  </a:txBody>
                  <a:tcPr marL="224212" marR="224212" marT="224212" marB="224212">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cap="none" spc="0" dirty="0" err="1">
                          <a:solidFill>
                            <a:schemeClr val="tx1">
                              <a:lumMod val="75000"/>
                              <a:lumOff val="25000"/>
                            </a:schemeClr>
                          </a:solidFill>
                        </a:rPr>
                        <a:t>Lưu</a:t>
                      </a:r>
                      <a:r>
                        <a:rPr lang="en-US" sz="2000" b="0" cap="none" spc="0" dirty="0">
                          <a:solidFill>
                            <a:schemeClr val="tx1">
                              <a:lumMod val="75000"/>
                              <a:lumOff val="25000"/>
                            </a:schemeClr>
                          </a:solidFill>
                        </a:rPr>
                        <a:t> </a:t>
                      </a:r>
                      <a:r>
                        <a:rPr lang="en-US" sz="2000" b="0" cap="none" spc="0" dirty="0" err="1">
                          <a:solidFill>
                            <a:schemeClr val="tx1">
                              <a:lumMod val="75000"/>
                              <a:lumOff val="25000"/>
                            </a:schemeClr>
                          </a:solidFill>
                        </a:rPr>
                        <a:t>hóa</a:t>
                      </a:r>
                      <a:r>
                        <a:rPr lang="en-US" sz="2000" b="0" cap="none" spc="0" dirty="0">
                          <a:solidFill>
                            <a:schemeClr val="tx1">
                              <a:lumMod val="75000"/>
                              <a:lumOff val="25000"/>
                            </a:schemeClr>
                          </a:solidFill>
                        </a:rPr>
                        <a:t> </a:t>
                      </a:r>
                      <a:r>
                        <a:rPr lang="en-US" sz="2000" b="0" cap="none" spc="0" dirty="0" err="1">
                          <a:solidFill>
                            <a:schemeClr val="tx1">
                              <a:lumMod val="75000"/>
                              <a:lumOff val="25000"/>
                            </a:schemeClr>
                          </a:solidFill>
                        </a:rPr>
                        <a:t>đơn</a:t>
                      </a:r>
                      <a:endParaRPr lang="en-US" sz="2000" b="0" cap="none" spc="0" dirty="0">
                        <a:solidFill>
                          <a:schemeClr val="tx1">
                            <a:lumMod val="75000"/>
                            <a:lumOff val="25000"/>
                          </a:schemeClr>
                        </a:solidFill>
                      </a:endParaRPr>
                    </a:p>
                  </a:txBody>
                  <a:tcPr marL="224212" marR="224212" marT="224212" marB="224212">
                    <a:lnB w="12700" cap="flat" cmpd="sng" algn="ctr">
                      <a:noFill/>
                      <a:prstDash val="solid"/>
                      <a:round/>
                      <a:headEnd type="none" w="med" len="med"/>
                      <a:tailEnd type="none" w="med" len="med"/>
                    </a:lnB>
                  </a:tcPr>
                </a:tc>
                <a:extLst>
                  <a:ext uri="{0D108BD9-81ED-4DB2-BD59-A6C34878D82A}">
                    <a16:rowId xmlns:a16="http://schemas.microsoft.com/office/drawing/2014/main" val="1445241155"/>
                  </a:ext>
                </a:extLst>
              </a:tr>
            </a:tbl>
          </a:graphicData>
        </a:graphic>
      </p:graphicFrame>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lstStyle/>
          <a:p>
            <a:r>
              <a:rPr lang="en-US" dirty="0" err="1"/>
              <a:t>Các</a:t>
            </a:r>
            <a:r>
              <a:rPr lang="en-US" dirty="0"/>
              <a:t> </a:t>
            </a:r>
            <a:r>
              <a:rPr lang="en-US" dirty="0" err="1"/>
              <a:t>chức</a:t>
            </a:r>
            <a:r>
              <a:rPr lang="en-US" dirty="0"/>
              <a:t> </a:t>
            </a:r>
            <a:r>
              <a:rPr lang="en-US" dirty="0" err="1"/>
              <a:t>năng</a:t>
            </a:r>
            <a:r>
              <a:rPr lang="en-US" dirty="0"/>
              <a:t> </a:t>
            </a:r>
            <a:r>
              <a:rPr lang="en-US" dirty="0" err="1"/>
              <a:t>chương</a:t>
            </a:r>
            <a:r>
              <a:rPr lang="en-US" dirty="0"/>
              <a:t> </a:t>
            </a:r>
            <a:r>
              <a:rPr lang="en-US" dirty="0" err="1"/>
              <a:t>trình</a:t>
            </a:r>
            <a:endParaRPr lang="en-US" dirty="0"/>
          </a:p>
        </p:txBody>
      </p:sp>
    </p:spTree>
    <p:extLst>
      <p:ext uri="{BB962C8B-B14F-4D97-AF65-F5344CB8AC3E}">
        <p14:creationId xmlns:p14="http://schemas.microsoft.com/office/powerpoint/2010/main" val="2904357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D59CD-1242-F149-AB16-9D02E7C89131}"/>
              </a:ext>
            </a:extLst>
          </p:cNvPr>
          <p:cNvSpPr>
            <a:spLocks noGrp="1"/>
          </p:cNvSpPr>
          <p:nvPr>
            <p:ph type="title"/>
          </p:nvPr>
        </p:nvSpPr>
        <p:spPr/>
        <p:txBody>
          <a:bodyPr/>
          <a:lstStyle/>
          <a:p>
            <a:r>
              <a:rPr lang="en-US" dirty="0" err="1"/>
              <a:t>Quản</a:t>
            </a:r>
            <a:r>
              <a:rPr lang="en-US" dirty="0"/>
              <a:t> </a:t>
            </a:r>
            <a:r>
              <a:rPr lang="en-US" dirty="0" err="1"/>
              <a:t>lý</a:t>
            </a:r>
            <a:endParaRPr lang="en-US" dirty="0"/>
          </a:p>
        </p:txBody>
      </p:sp>
      <p:sp>
        <p:nvSpPr>
          <p:cNvPr id="3" name="Content Placeholder 2">
            <a:extLst>
              <a:ext uri="{FF2B5EF4-FFF2-40B4-BE49-F238E27FC236}">
                <a16:creationId xmlns:a16="http://schemas.microsoft.com/office/drawing/2014/main" id="{79497D95-D925-3641-A715-DB7630E983B0}"/>
              </a:ext>
            </a:extLst>
          </p:cNvPr>
          <p:cNvSpPr>
            <a:spLocks noGrp="1"/>
          </p:cNvSpPr>
          <p:nvPr>
            <p:ph sz="half" idx="1"/>
          </p:nvPr>
        </p:nvSpPr>
        <p:spPr/>
        <p:txBody>
          <a:bodyPr>
            <a:normAutofit/>
          </a:bodyPr>
          <a:lstStyle/>
          <a:p>
            <a:pPr marL="342900" indent="-342900">
              <a:buClr>
                <a:schemeClr val="tx1">
                  <a:lumMod val="75000"/>
                  <a:lumOff val="25000"/>
                </a:schemeClr>
              </a:buClr>
              <a:buFont typeface="+mj-lt"/>
              <a:buAutoNum type="arabicPeriod"/>
            </a:pPr>
            <a:r>
              <a:rPr lang="en-US" dirty="0" err="1"/>
              <a:t>Quản</a:t>
            </a:r>
            <a:r>
              <a:rPr lang="en-US" dirty="0"/>
              <a:t> </a:t>
            </a:r>
            <a:r>
              <a:rPr lang="en-US" dirty="0" err="1"/>
              <a:t>lý</a:t>
            </a:r>
            <a:r>
              <a:rPr lang="en-US" dirty="0"/>
              <a:t> </a:t>
            </a:r>
            <a:r>
              <a:rPr lang="en-US" dirty="0" err="1"/>
              <a:t>nhân</a:t>
            </a:r>
            <a:r>
              <a:rPr lang="en-US" dirty="0"/>
              <a:t> </a:t>
            </a:r>
            <a:r>
              <a:rPr lang="en-US" dirty="0" err="1"/>
              <a:t>viên</a:t>
            </a:r>
            <a:r>
              <a:rPr lang="en-US" dirty="0"/>
              <a:t/>
            </a:r>
            <a:br>
              <a:rPr lang="en-US" dirty="0"/>
            </a:br>
            <a:r>
              <a:rPr lang="en-US" dirty="0" err="1"/>
              <a:t>Thêm</a:t>
            </a:r>
            <a:r>
              <a:rPr lang="en-US" dirty="0"/>
              <a:t>, </a:t>
            </a:r>
            <a:r>
              <a:rPr lang="en-US" dirty="0" err="1"/>
              <a:t>sửa</a:t>
            </a:r>
            <a:r>
              <a:rPr lang="en-US" dirty="0"/>
              <a:t>, </a:t>
            </a:r>
            <a:r>
              <a:rPr lang="en-US" dirty="0" err="1"/>
              <a:t>xóa</a:t>
            </a:r>
            <a:r>
              <a:rPr lang="en-US" dirty="0"/>
              <a:t> </a:t>
            </a:r>
            <a:r>
              <a:rPr lang="en-US" dirty="0" err="1"/>
              <a:t>nhân</a:t>
            </a:r>
            <a:r>
              <a:rPr lang="en-US" dirty="0"/>
              <a:t> </a:t>
            </a:r>
            <a:r>
              <a:rPr lang="en-US" dirty="0" err="1"/>
              <a:t>viên</a:t>
            </a:r>
            <a:endParaRPr lang="en-US" dirty="0"/>
          </a:p>
          <a:p>
            <a:pPr marL="342900" indent="-342900">
              <a:buClr>
                <a:schemeClr val="tx1">
                  <a:lumMod val="75000"/>
                  <a:lumOff val="25000"/>
                </a:schemeClr>
              </a:buClr>
              <a:buFont typeface="+mj-lt"/>
              <a:buAutoNum type="arabicPeriod"/>
            </a:pPr>
            <a:r>
              <a:rPr lang="en-US" dirty="0" err="1"/>
              <a:t>Quản</a:t>
            </a:r>
            <a:r>
              <a:rPr lang="en-US" dirty="0"/>
              <a:t> </a:t>
            </a:r>
            <a:r>
              <a:rPr lang="en-US" dirty="0" err="1"/>
              <a:t>lý</a:t>
            </a:r>
            <a:r>
              <a:rPr lang="en-US" dirty="0"/>
              <a:t> </a:t>
            </a:r>
            <a:r>
              <a:rPr lang="en-US" dirty="0" err="1"/>
              <a:t>món</a:t>
            </a:r>
            <a:r>
              <a:rPr lang="en-US" dirty="0"/>
              <a:t> </a:t>
            </a:r>
            <a:r>
              <a:rPr lang="en-US" dirty="0" err="1"/>
              <a:t>ăn</a:t>
            </a:r>
            <a:r>
              <a:rPr lang="en-US" dirty="0"/>
              <a:t/>
            </a:r>
            <a:br>
              <a:rPr lang="en-US" dirty="0"/>
            </a:br>
            <a:r>
              <a:rPr lang="en-US" dirty="0" err="1"/>
              <a:t>Thêm</a:t>
            </a:r>
            <a:r>
              <a:rPr lang="en-US" dirty="0"/>
              <a:t>, </a:t>
            </a:r>
            <a:r>
              <a:rPr lang="en-US" dirty="0" err="1"/>
              <a:t>sửa</a:t>
            </a:r>
            <a:r>
              <a:rPr lang="en-US" dirty="0"/>
              <a:t>, </a:t>
            </a:r>
            <a:r>
              <a:rPr lang="en-US" dirty="0" err="1"/>
              <a:t>xóa</a:t>
            </a:r>
            <a:r>
              <a:rPr lang="en-US" dirty="0"/>
              <a:t> </a:t>
            </a:r>
            <a:r>
              <a:rPr lang="en-US" dirty="0" err="1"/>
              <a:t>món</a:t>
            </a:r>
            <a:r>
              <a:rPr lang="en-US" dirty="0"/>
              <a:t> </a:t>
            </a:r>
            <a:r>
              <a:rPr lang="en-US" dirty="0" err="1"/>
              <a:t>ăn</a:t>
            </a:r>
            <a:endParaRPr lang="en-US" dirty="0"/>
          </a:p>
          <a:p>
            <a:pPr marL="342900" indent="-342900">
              <a:buClr>
                <a:schemeClr val="tx1">
                  <a:lumMod val="75000"/>
                  <a:lumOff val="25000"/>
                </a:schemeClr>
              </a:buClr>
              <a:buFont typeface="+mj-lt"/>
              <a:buAutoNum type="arabicPeriod"/>
            </a:pPr>
            <a:r>
              <a:rPr lang="en-US" dirty="0" err="1"/>
              <a:t>Quản</a:t>
            </a:r>
            <a:r>
              <a:rPr lang="en-US" dirty="0"/>
              <a:t> </a:t>
            </a:r>
            <a:r>
              <a:rPr lang="en-US" dirty="0" err="1"/>
              <a:t>lý</a:t>
            </a:r>
            <a:r>
              <a:rPr lang="en-US" dirty="0"/>
              <a:t> </a:t>
            </a:r>
            <a:r>
              <a:rPr lang="en-US" dirty="0" err="1"/>
              <a:t>lịch</a:t>
            </a:r>
            <a:r>
              <a:rPr lang="en-US" dirty="0"/>
              <a:t> </a:t>
            </a:r>
            <a:r>
              <a:rPr lang="en-US" dirty="0" err="1"/>
              <a:t>làm</a:t>
            </a:r>
            <a:r>
              <a:rPr lang="en-US" dirty="0"/>
              <a:t/>
            </a:r>
            <a:br>
              <a:rPr lang="en-US" dirty="0"/>
            </a:br>
            <a:r>
              <a:rPr lang="en-US" dirty="0" err="1"/>
              <a:t>Thêm</a:t>
            </a:r>
            <a:r>
              <a:rPr lang="en-US" dirty="0"/>
              <a:t>, </a:t>
            </a:r>
            <a:r>
              <a:rPr lang="en-US" dirty="0" err="1"/>
              <a:t>sửa</a:t>
            </a:r>
            <a:r>
              <a:rPr lang="en-US" dirty="0"/>
              <a:t>, </a:t>
            </a:r>
            <a:r>
              <a:rPr lang="en-US" dirty="0" err="1"/>
              <a:t>xóa</a:t>
            </a:r>
            <a:r>
              <a:rPr lang="en-US" dirty="0"/>
              <a:t> </a:t>
            </a:r>
            <a:r>
              <a:rPr lang="en-US" dirty="0" err="1"/>
              <a:t>lịch</a:t>
            </a:r>
            <a:r>
              <a:rPr lang="en-US" dirty="0"/>
              <a:t> </a:t>
            </a:r>
            <a:r>
              <a:rPr lang="en-US" dirty="0" err="1"/>
              <a:t>làm</a:t>
            </a:r>
            <a:r>
              <a:rPr lang="en-US" dirty="0"/>
              <a:t> </a:t>
            </a:r>
            <a:r>
              <a:rPr lang="en-US" dirty="0" err="1"/>
              <a:t>của</a:t>
            </a:r>
            <a:r>
              <a:rPr lang="en-US" dirty="0"/>
              <a:t> </a:t>
            </a:r>
            <a:r>
              <a:rPr lang="en-US" dirty="0" err="1"/>
              <a:t>nhân</a:t>
            </a:r>
            <a:r>
              <a:rPr lang="en-US" dirty="0"/>
              <a:t> </a:t>
            </a:r>
            <a:r>
              <a:rPr lang="en-US" dirty="0" err="1"/>
              <a:t>viên</a:t>
            </a:r>
            <a:endParaRPr lang="en-US" dirty="0"/>
          </a:p>
        </p:txBody>
      </p:sp>
      <p:pic>
        <p:nvPicPr>
          <p:cNvPr id="7" name="Picture Placeholder 6" descr="A close up of a person in glasses looking at her computer">
            <a:extLst>
              <a:ext uri="{FF2B5EF4-FFF2-40B4-BE49-F238E27FC236}">
                <a16:creationId xmlns:a16="http://schemas.microsoft.com/office/drawing/2014/main" id="{63AE1BE0-28BE-404C-BA2F-6FF3CF46A246}"/>
              </a:ext>
            </a:extLst>
          </p:cNvPr>
          <p:cNvPicPr>
            <a:picLocks noGrp="1" noChangeAspect="1"/>
          </p:cNvPicPr>
          <p:nvPr>
            <p:ph type="pic" sz="quarter" idx="13"/>
          </p:nvPr>
        </p:nvPicPr>
        <p:blipFill>
          <a:blip r:embed="rId2" cstate="email">
            <a:duotone>
              <a:prstClr val="black"/>
              <a:schemeClr val="accent6">
                <a:tint val="45000"/>
                <a:satMod val="400000"/>
              </a:schemeClr>
            </a:duotone>
            <a:alphaModFix amt="85000"/>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3610370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4EDE9-5705-D27B-A83A-B6CF9605C9A9}"/>
              </a:ext>
            </a:extLst>
          </p:cNvPr>
          <p:cNvSpPr>
            <a:spLocks noGrp="1"/>
          </p:cNvSpPr>
          <p:nvPr>
            <p:ph type="title"/>
          </p:nvPr>
        </p:nvSpPr>
        <p:spPr/>
        <p:txBody>
          <a:bodyPr/>
          <a:lstStyle/>
          <a:p>
            <a:r>
              <a:rPr lang="en-US" dirty="0" err="1"/>
              <a:t>Nhân</a:t>
            </a:r>
            <a:r>
              <a:rPr lang="en-US" dirty="0"/>
              <a:t> </a:t>
            </a:r>
            <a:r>
              <a:rPr lang="en-US" dirty="0" err="1"/>
              <a:t>viên</a:t>
            </a:r>
            <a:endParaRPr lang="en-US" dirty="0"/>
          </a:p>
        </p:txBody>
      </p:sp>
      <p:sp>
        <p:nvSpPr>
          <p:cNvPr id="4" name="Content Placeholder 3">
            <a:extLst>
              <a:ext uri="{FF2B5EF4-FFF2-40B4-BE49-F238E27FC236}">
                <a16:creationId xmlns:a16="http://schemas.microsoft.com/office/drawing/2014/main" id="{2582A65A-B0B5-9457-1E8A-90ED735F41C1}"/>
              </a:ext>
            </a:extLst>
          </p:cNvPr>
          <p:cNvSpPr>
            <a:spLocks noGrp="1"/>
          </p:cNvSpPr>
          <p:nvPr>
            <p:ph sz="half" idx="1"/>
          </p:nvPr>
        </p:nvSpPr>
        <p:spPr>
          <a:xfrm>
            <a:off x="1580357" y="2135200"/>
            <a:ext cx="3613267" cy="1106272"/>
          </a:xfrm>
        </p:spPr>
        <p:txBody>
          <a:bodyPr>
            <a:normAutofit/>
          </a:bodyPr>
          <a:lstStyle/>
          <a:p>
            <a:pPr>
              <a:buFont typeface="Courier New" panose="02070309020205020404" pitchFamily="49" charset="0"/>
              <a:buChar char="o"/>
            </a:pPr>
            <a:r>
              <a:rPr lang="en-US" dirty="0"/>
              <a:t> </a:t>
            </a:r>
            <a:r>
              <a:rPr lang="en-US" dirty="0" err="1"/>
              <a:t>Đăng</a:t>
            </a:r>
            <a:r>
              <a:rPr lang="en-US" dirty="0"/>
              <a:t> </a:t>
            </a:r>
            <a:r>
              <a:rPr lang="en-US" dirty="0" err="1"/>
              <a:t>nhập</a:t>
            </a:r>
            <a:r>
              <a:rPr lang="en-US" dirty="0"/>
              <a:t> </a:t>
            </a:r>
            <a:r>
              <a:rPr lang="en-US" dirty="0" err="1"/>
              <a:t>vào</a:t>
            </a:r>
            <a:r>
              <a:rPr lang="en-US" dirty="0"/>
              <a:t> </a:t>
            </a:r>
            <a:r>
              <a:rPr lang="en-US" dirty="0" err="1"/>
              <a:t>hệ</a:t>
            </a:r>
            <a:r>
              <a:rPr lang="en-US" dirty="0"/>
              <a:t> </a:t>
            </a:r>
            <a:r>
              <a:rPr lang="en-US" dirty="0" err="1"/>
              <a:t>thống</a:t>
            </a:r>
            <a:endParaRPr lang="en-US" dirty="0"/>
          </a:p>
          <a:p>
            <a:pPr>
              <a:buFont typeface="Courier New" panose="02070309020205020404" pitchFamily="49" charset="0"/>
              <a:buChar char="o"/>
            </a:pPr>
            <a:r>
              <a:rPr lang="en-US" dirty="0"/>
              <a:t> </a:t>
            </a:r>
            <a:r>
              <a:rPr lang="en-US" dirty="0" err="1"/>
              <a:t>Đăng</a:t>
            </a:r>
            <a:r>
              <a:rPr lang="en-US" dirty="0"/>
              <a:t> </a:t>
            </a:r>
            <a:r>
              <a:rPr lang="en-US" dirty="0" err="1"/>
              <a:t>ký</a:t>
            </a:r>
            <a:r>
              <a:rPr lang="en-US" dirty="0"/>
              <a:t> </a:t>
            </a:r>
            <a:r>
              <a:rPr lang="en-US" dirty="0" err="1"/>
              <a:t>lịch</a:t>
            </a:r>
            <a:r>
              <a:rPr lang="en-US" dirty="0"/>
              <a:t> </a:t>
            </a:r>
            <a:r>
              <a:rPr lang="en-US" dirty="0" err="1"/>
              <a:t>làm</a:t>
            </a:r>
            <a:endParaRPr lang="en-US" dirty="0"/>
          </a:p>
        </p:txBody>
      </p:sp>
      <p:sp>
        <p:nvSpPr>
          <p:cNvPr id="6" name="Title 1">
            <a:extLst>
              <a:ext uri="{FF2B5EF4-FFF2-40B4-BE49-F238E27FC236}">
                <a16:creationId xmlns:a16="http://schemas.microsoft.com/office/drawing/2014/main" id="{1E632759-F373-15D5-6AEE-BC5B57045454}"/>
              </a:ext>
            </a:extLst>
          </p:cNvPr>
          <p:cNvSpPr txBox="1">
            <a:spLocks/>
          </p:cNvSpPr>
          <p:nvPr/>
        </p:nvSpPr>
        <p:spPr>
          <a:xfrm>
            <a:off x="5054817" y="5091165"/>
            <a:ext cx="5751389" cy="1369074"/>
          </a:xfrm>
          <a:prstGeom prst="rect">
            <a:avLst/>
          </a:prstGeom>
        </p:spPr>
        <p:txBody>
          <a:bodyPr vert="horz" lIns="0" tIns="45720" rIns="0" bIns="45720" rtlCol="0" anchor="ctr">
            <a:normAutofit/>
          </a:bodyPr>
          <a:lstStyle>
            <a:lvl1pPr algn="l" defTabSz="914400" rtl="0" eaLnBrk="1" latinLnBrk="0" hangingPunct="1">
              <a:lnSpc>
                <a:spcPct val="90000"/>
              </a:lnSpc>
              <a:spcBef>
                <a:spcPct val="0"/>
              </a:spcBef>
              <a:buNone/>
              <a:defRPr sz="4000" kern="1200" cap="all" spc="-50" baseline="0">
                <a:solidFill>
                  <a:schemeClr val="tx1">
                    <a:lumMod val="75000"/>
                    <a:lumOff val="25000"/>
                  </a:schemeClr>
                </a:solidFill>
                <a:latin typeface="+mj-lt"/>
                <a:ea typeface="+mj-ea"/>
                <a:cs typeface="+mj-cs"/>
              </a:defRPr>
            </a:lvl1pPr>
          </a:lstStyle>
          <a:p>
            <a:pPr algn="r"/>
            <a:r>
              <a:rPr lang="en-US" dirty="0"/>
              <a:t>THU NGÂN</a:t>
            </a:r>
          </a:p>
        </p:txBody>
      </p:sp>
      <p:sp>
        <p:nvSpPr>
          <p:cNvPr id="7" name="Content Placeholder 3">
            <a:extLst>
              <a:ext uri="{FF2B5EF4-FFF2-40B4-BE49-F238E27FC236}">
                <a16:creationId xmlns:a16="http://schemas.microsoft.com/office/drawing/2014/main" id="{FE35E124-FE2E-386D-95DA-3A8D2B80E16D}"/>
              </a:ext>
            </a:extLst>
          </p:cNvPr>
          <p:cNvSpPr txBox="1">
            <a:spLocks/>
          </p:cNvSpPr>
          <p:nvPr/>
        </p:nvSpPr>
        <p:spPr>
          <a:xfrm>
            <a:off x="6231082" y="3585781"/>
            <a:ext cx="5192686" cy="1369074"/>
          </a:xfrm>
          <a:prstGeom prst="rect">
            <a:avLst/>
          </a:prstGeom>
        </p:spPr>
        <p:txBody>
          <a:bodyPr vert="horz" lIns="0" tIns="45720" rIns="0" bIns="45720" rtlCol="0" anchor="t">
            <a:norm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16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1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1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Courier New" panose="02070309020205020404" pitchFamily="49" charset="0"/>
              <a:buChar char="o"/>
            </a:pPr>
            <a:r>
              <a:rPr lang="en-US" dirty="0"/>
              <a:t> </a:t>
            </a:r>
            <a:r>
              <a:rPr lang="en-US" dirty="0" err="1"/>
              <a:t>Lập</a:t>
            </a:r>
            <a:r>
              <a:rPr lang="en-US" dirty="0"/>
              <a:t> </a:t>
            </a:r>
            <a:r>
              <a:rPr lang="en-US" dirty="0" err="1"/>
              <a:t>hóa</a:t>
            </a:r>
            <a:r>
              <a:rPr lang="en-US" dirty="0"/>
              <a:t> </a:t>
            </a:r>
            <a:r>
              <a:rPr lang="en-US" dirty="0" err="1"/>
              <a:t>đơn</a:t>
            </a:r>
            <a:r>
              <a:rPr lang="en-US" dirty="0"/>
              <a:t> </a:t>
            </a:r>
            <a:r>
              <a:rPr lang="en-US" dirty="0" err="1"/>
              <a:t>thanh</a:t>
            </a:r>
            <a:r>
              <a:rPr lang="en-US" dirty="0"/>
              <a:t> </a:t>
            </a:r>
            <a:r>
              <a:rPr lang="en-US" dirty="0" err="1"/>
              <a:t>toán</a:t>
            </a:r>
            <a:r>
              <a:rPr lang="en-US" dirty="0"/>
              <a:t> </a:t>
            </a:r>
            <a:r>
              <a:rPr lang="en-US" dirty="0" err="1"/>
              <a:t>cho</a:t>
            </a:r>
            <a:r>
              <a:rPr lang="en-US" dirty="0"/>
              <a:t> </a:t>
            </a:r>
            <a:r>
              <a:rPr lang="en-US" dirty="0" err="1"/>
              <a:t>khách</a:t>
            </a:r>
            <a:r>
              <a:rPr lang="en-US" dirty="0"/>
              <a:t> </a:t>
            </a:r>
            <a:r>
              <a:rPr lang="en-US" dirty="0" err="1"/>
              <a:t>hàng</a:t>
            </a:r>
            <a:endParaRPr lang="en-US" dirty="0"/>
          </a:p>
          <a:p>
            <a:pPr>
              <a:buFont typeface="Courier New" panose="02070309020205020404" pitchFamily="49" charset="0"/>
              <a:buChar char="o"/>
            </a:pPr>
            <a:r>
              <a:rPr lang="en-US" dirty="0"/>
              <a:t> </a:t>
            </a:r>
            <a:r>
              <a:rPr lang="en-US" dirty="0" err="1"/>
              <a:t>Lưu</a:t>
            </a:r>
            <a:r>
              <a:rPr lang="en-US" dirty="0"/>
              <a:t> </a:t>
            </a:r>
            <a:r>
              <a:rPr lang="en-US" dirty="0" err="1"/>
              <a:t>hóa</a:t>
            </a:r>
            <a:r>
              <a:rPr lang="en-US" dirty="0"/>
              <a:t> </a:t>
            </a:r>
            <a:r>
              <a:rPr lang="en-US" dirty="0" err="1"/>
              <a:t>đơn</a:t>
            </a:r>
            <a:r>
              <a:rPr lang="en-US" dirty="0"/>
              <a:t> </a:t>
            </a:r>
            <a:r>
              <a:rPr lang="en-US" dirty="0" err="1"/>
              <a:t>đã</a:t>
            </a:r>
            <a:r>
              <a:rPr lang="en-US" dirty="0"/>
              <a:t> </a:t>
            </a:r>
            <a:r>
              <a:rPr lang="en-US" dirty="0" err="1"/>
              <a:t>được</a:t>
            </a:r>
            <a:r>
              <a:rPr lang="en-US" dirty="0"/>
              <a:t> </a:t>
            </a:r>
            <a:r>
              <a:rPr lang="en-US" dirty="0" err="1"/>
              <a:t>thanh</a:t>
            </a:r>
            <a:r>
              <a:rPr lang="en-US" dirty="0"/>
              <a:t> </a:t>
            </a:r>
            <a:r>
              <a:rPr lang="en-US" dirty="0" err="1"/>
              <a:t>toán</a:t>
            </a:r>
            <a:r>
              <a:rPr lang="en-US" dirty="0"/>
              <a:t> </a:t>
            </a:r>
            <a:r>
              <a:rPr lang="en-US" dirty="0" err="1"/>
              <a:t>vào</a:t>
            </a:r>
            <a:r>
              <a:rPr lang="en-US" dirty="0"/>
              <a:t> </a:t>
            </a:r>
            <a:r>
              <a:rPr lang="en-US" dirty="0" err="1"/>
              <a:t>hệ</a:t>
            </a:r>
            <a:r>
              <a:rPr lang="en-US" dirty="0"/>
              <a:t> </a:t>
            </a:r>
            <a:r>
              <a:rPr lang="en-US" dirty="0" err="1"/>
              <a:t>thống</a:t>
            </a:r>
            <a:endParaRPr lang="en-US" dirty="0"/>
          </a:p>
        </p:txBody>
      </p:sp>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3768" y="5268928"/>
            <a:ext cx="403895" cy="1013548"/>
          </a:xfrm>
          <a:prstGeom prst="rect">
            <a:avLst/>
          </a:prstGeom>
        </p:spPr>
      </p:pic>
      <p:cxnSp>
        <p:nvCxnSpPr>
          <p:cNvPr id="8" name="Elbow Connector 7"/>
          <p:cNvCxnSpPr/>
          <p:nvPr/>
        </p:nvCxnSpPr>
        <p:spPr>
          <a:xfrm rot="16200000" flipH="1">
            <a:off x="3375567" y="1535036"/>
            <a:ext cx="1581985" cy="72461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4" name="Elbow Connector 13"/>
          <p:cNvCxnSpPr/>
          <p:nvPr/>
        </p:nvCxnSpPr>
        <p:spPr>
          <a:xfrm>
            <a:off x="6029867" y="4019909"/>
            <a:ext cx="2346384" cy="1755795"/>
          </a:xfrm>
          <a:prstGeom prst="bentConnector3">
            <a:avLst>
              <a:gd name="adj1" fmla="val -12868"/>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1130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50498-C6E0-4603-8DF5-64D8BE8F2FB8}"/>
              </a:ext>
            </a:extLst>
          </p:cNvPr>
          <p:cNvSpPr>
            <a:spLocks noGrp="1"/>
          </p:cNvSpPr>
          <p:nvPr>
            <p:ph type="title"/>
          </p:nvPr>
        </p:nvSpPr>
        <p:spPr/>
        <p:txBody>
          <a:bodyPr/>
          <a:lstStyle/>
          <a:p>
            <a:r>
              <a:rPr lang="en-US" dirty="0"/>
              <a:t>BFD</a:t>
            </a:r>
          </a:p>
        </p:txBody>
      </p:sp>
      <p:pic>
        <p:nvPicPr>
          <p:cNvPr id="7" name="Content Placeholder 6" descr="Diagram&#10;&#10;Description automatically generated">
            <a:extLst>
              <a:ext uri="{FF2B5EF4-FFF2-40B4-BE49-F238E27FC236}">
                <a16:creationId xmlns:a16="http://schemas.microsoft.com/office/drawing/2014/main" id="{9E0595C4-DBFF-C438-2BE5-5B5C82D8F2DC}"/>
              </a:ext>
            </a:extLst>
          </p:cNvPr>
          <p:cNvPicPr>
            <a:picLocks noGrp="1" noChangeAspect="1"/>
          </p:cNvPicPr>
          <p:nvPr>
            <p:ph idx="1"/>
          </p:nvPr>
        </p:nvPicPr>
        <p:blipFill>
          <a:blip r:embed="rId2"/>
          <a:stretch>
            <a:fillRect/>
          </a:stretch>
        </p:blipFill>
        <p:spPr>
          <a:xfrm>
            <a:off x="1302328" y="1790891"/>
            <a:ext cx="9047018" cy="4374381"/>
          </a:xfrm>
        </p:spPr>
      </p:pic>
    </p:spTree>
    <p:extLst>
      <p:ext uri="{BB962C8B-B14F-4D97-AF65-F5344CB8AC3E}">
        <p14:creationId xmlns:p14="http://schemas.microsoft.com/office/powerpoint/2010/main" val="128792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woman sitting at a table in front of a computer working late into the night">
            <a:extLst>
              <a:ext uri="{FF2B5EF4-FFF2-40B4-BE49-F238E27FC236}">
                <a16:creationId xmlns:a16="http://schemas.microsoft.com/office/drawing/2014/main" id="{AF4DEF81-F1BD-A944-954B-12098682A698}"/>
              </a:ext>
            </a:extLst>
          </p:cNvPr>
          <p:cNvPicPr>
            <a:picLocks noGrp="1" noChangeAspect="1"/>
          </p:cNvPicPr>
          <p:nvPr>
            <p:ph type="pic" sz="quarter" idx="13"/>
          </p:nvPr>
        </p:nvPicPr>
        <p:blipFill>
          <a:blip r:embed="rId2" cstate="email">
            <a:duotone>
              <a:prstClr val="black"/>
              <a:schemeClr val="accent6">
                <a:tint val="45000"/>
                <a:satMod val="400000"/>
              </a:schemeClr>
            </a:duotone>
            <a:alphaModFix amt="85000"/>
            <a:extLst>
              <a:ext uri="{28A0092B-C50C-407E-A947-70E740481C1C}">
                <a14:useLocalDpi xmlns:a14="http://schemas.microsoft.com/office/drawing/2010/main"/>
              </a:ext>
            </a:extLst>
          </a:blip>
          <a:srcRect/>
          <a:stretch>
            <a:fillRect/>
          </a:stretch>
        </p:blipFill>
        <p:spPr/>
      </p:pic>
      <p:sp>
        <p:nvSpPr>
          <p:cNvPr id="3" name="Content Placeholder 2">
            <a:extLst>
              <a:ext uri="{FF2B5EF4-FFF2-40B4-BE49-F238E27FC236}">
                <a16:creationId xmlns:a16="http://schemas.microsoft.com/office/drawing/2014/main" id="{EDF69AA2-97D6-4693-9E8A-BEBB49A5C6F9}"/>
              </a:ext>
            </a:extLst>
          </p:cNvPr>
          <p:cNvSpPr>
            <a:spLocks noGrp="1"/>
          </p:cNvSpPr>
          <p:nvPr>
            <p:ph sz="half" idx="1"/>
          </p:nvPr>
        </p:nvSpPr>
        <p:spPr/>
        <p:txBody>
          <a:bodyPr/>
          <a:lstStyle/>
          <a:p>
            <a:r>
              <a:rPr lang="en-US" dirty="0"/>
              <a:t>Use case </a:t>
            </a:r>
            <a:r>
              <a:rPr lang="en-US" dirty="0" err="1"/>
              <a:t>đăng</a:t>
            </a:r>
            <a:r>
              <a:rPr lang="en-US" dirty="0"/>
              <a:t> </a:t>
            </a:r>
            <a:r>
              <a:rPr lang="en-US" dirty="0" err="1"/>
              <a:t>nhập</a:t>
            </a:r>
            <a:endParaRPr lang="en-US" dirty="0"/>
          </a:p>
          <a:p>
            <a:r>
              <a:rPr lang="en-US" dirty="0"/>
              <a:t>Use case </a:t>
            </a:r>
            <a:r>
              <a:rPr lang="en-US" dirty="0" err="1"/>
              <a:t>đăng</a:t>
            </a:r>
            <a:r>
              <a:rPr lang="en-US" dirty="0"/>
              <a:t> </a:t>
            </a:r>
            <a:r>
              <a:rPr lang="en-US" dirty="0" err="1"/>
              <a:t>ký</a:t>
            </a:r>
            <a:r>
              <a:rPr lang="en-US" dirty="0"/>
              <a:t> </a:t>
            </a:r>
            <a:r>
              <a:rPr lang="en-US" dirty="0" err="1"/>
              <a:t>lịch</a:t>
            </a:r>
            <a:r>
              <a:rPr lang="en-US" dirty="0"/>
              <a:t> </a:t>
            </a:r>
            <a:r>
              <a:rPr lang="en-US" dirty="0" err="1"/>
              <a:t>làm</a:t>
            </a:r>
            <a:endParaRPr lang="en-US" dirty="0"/>
          </a:p>
          <a:p>
            <a:r>
              <a:rPr lang="en-US" dirty="0"/>
              <a:t>Use case </a:t>
            </a:r>
            <a:r>
              <a:rPr lang="en-US" dirty="0" err="1"/>
              <a:t>quản</a:t>
            </a:r>
            <a:r>
              <a:rPr lang="en-US" dirty="0"/>
              <a:t> </a:t>
            </a:r>
            <a:r>
              <a:rPr lang="en-US" dirty="0" err="1"/>
              <a:t>lý</a:t>
            </a:r>
            <a:r>
              <a:rPr lang="en-US" dirty="0"/>
              <a:t> </a:t>
            </a:r>
            <a:r>
              <a:rPr lang="en-US" dirty="0" err="1"/>
              <a:t>hóa</a:t>
            </a:r>
            <a:r>
              <a:rPr lang="en-US" dirty="0"/>
              <a:t> </a:t>
            </a:r>
            <a:r>
              <a:rPr lang="en-US" dirty="0" err="1"/>
              <a:t>đơn</a:t>
            </a:r>
            <a:endParaRPr lang="en-US" dirty="0"/>
          </a:p>
          <a:p>
            <a:pPr lvl="1"/>
            <a:r>
              <a:rPr lang="en-US" dirty="0" err="1"/>
              <a:t>Lập</a:t>
            </a:r>
            <a:r>
              <a:rPr lang="en-US" dirty="0"/>
              <a:t> </a:t>
            </a:r>
            <a:r>
              <a:rPr lang="en-US" dirty="0" err="1"/>
              <a:t>hóa</a:t>
            </a:r>
            <a:r>
              <a:rPr lang="en-US" dirty="0"/>
              <a:t> </a:t>
            </a:r>
            <a:r>
              <a:rPr lang="en-US" dirty="0" err="1"/>
              <a:t>đơn</a:t>
            </a:r>
            <a:endParaRPr lang="en-US" dirty="0"/>
          </a:p>
          <a:p>
            <a:pPr lvl="1"/>
            <a:r>
              <a:rPr lang="en-US" dirty="0" err="1"/>
              <a:t>Lưu</a:t>
            </a:r>
            <a:r>
              <a:rPr lang="en-US" dirty="0"/>
              <a:t> </a:t>
            </a:r>
            <a:r>
              <a:rPr lang="en-US" dirty="0" err="1"/>
              <a:t>hóa</a:t>
            </a:r>
            <a:r>
              <a:rPr lang="en-US" dirty="0"/>
              <a:t> </a:t>
            </a:r>
            <a:r>
              <a:rPr lang="en-US" dirty="0" err="1"/>
              <a:t>đơn</a:t>
            </a:r>
            <a:endParaRPr lang="en-US" dirty="0"/>
          </a:p>
          <a:p>
            <a:r>
              <a:rPr lang="en-US" dirty="0"/>
              <a:t>Use case </a:t>
            </a:r>
            <a:r>
              <a:rPr lang="en-US" dirty="0" err="1"/>
              <a:t>quản</a:t>
            </a:r>
            <a:r>
              <a:rPr lang="en-US" dirty="0"/>
              <a:t> </a:t>
            </a:r>
            <a:r>
              <a:rPr lang="en-US" dirty="0" err="1"/>
              <a:t>lý</a:t>
            </a:r>
            <a:r>
              <a:rPr lang="en-US" dirty="0"/>
              <a:t> </a:t>
            </a:r>
            <a:r>
              <a:rPr lang="en-US" dirty="0" err="1"/>
              <a:t>lịch</a:t>
            </a:r>
            <a:r>
              <a:rPr lang="en-US" dirty="0"/>
              <a:t> </a:t>
            </a:r>
            <a:r>
              <a:rPr lang="en-US" dirty="0" err="1"/>
              <a:t>làm</a:t>
            </a:r>
            <a:endParaRPr lang="en-US" dirty="0"/>
          </a:p>
          <a:p>
            <a:r>
              <a:rPr lang="en-US" dirty="0"/>
              <a:t>Use case </a:t>
            </a:r>
            <a:r>
              <a:rPr lang="en-US" dirty="0" err="1"/>
              <a:t>quản</a:t>
            </a:r>
            <a:r>
              <a:rPr lang="en-US" dirty="0"/>
              <a:t> </a:t>
            </a:r>
            <a:r>
              <a:rPr lang="en-US" dirty="0" err="1"/>
              <a:t>lý</a:t>
            </a:r>
            <a:r>
              <a:rPr lang="en-US" dirty="0"/>
              <a:t> </a:t>
            </a:r>
            <a:r>
              <a:rPr lang="en-US" dirty="0" err="1"/>
              <a:t>món</a:t>
            </a:r>
            <a:r>
              <a:rPr lang="en-US" dirty="0"/>
              <a:t> </a:t>
            </a:r>
            <a:r>
              <a:rPr lang="en-US" dirty="0" err="1"/>
              <a:t>ăn</a:t>
            </a:r>
            <a:endParaRPr lang="en-US" dirty="0"/>
          </a:p>
          <a:p>
            <a:r>
              <a:rPr lang="en-US" dirty="0"/>
              <a:t>Use case </a:t>
            </a:r>
            <a:r>
              <a:rPr lang="en-US" dirty="0" err="1"/>
              <a:t>nhân</a:t>
            </a:r>
            <a:r>
              <a:rPr lang="en-US" dirty="0"/>
              <a:t> </a:t>
            </a:r>
            <a:r>
              <a:rPr lang="en-US" dirty="0" err="1"/>
              <a:t>viên</a:t>
            </a:r>
            <a:endParaRPr lang="en-US" dirty="0"/>
          </a:p>
          <a:p>
            <a:r>
              <a:rPr lang="en-US" dirty="0" err="1"/>
              <a:t>Biểu</a:t>
            </a:r>
            <a:r>
              <a:rPr lang="en-US" dirty="0"/>
              <a:t> </a:t>
            </a:r>
            <a:r>
              <a:rPr lang="en-US" dirty="0" err="1"/>
              <a:t>đồ</a:t>
            </a:r>
            <a:r>
              <a:rPr lang="en-US" dirty="0"/>
              <a:t> use case </a:t>
            </a:r>
            <a:r>
              <a:rPr lang="en-US" dirty="0" err="1"/>
              <a:t>tổng</a:t>
            </a:r>
            <a:r>
              <a:rPr lang="en-US" dirty="0"/>
              <a:t> </a:t>
            </a:r>
            <a:r>
              <a:rPr lang="en-US" dirty="0" err="1"/>
              <a:t>quát</a:t>
            </a:r>
            <a:endParaRPr lang="en-US" dirty="0"/>
          </a:p>
        </p:txBody>
      </p:sp>
      <p:sp>
        <p:nvSpPr>
          <p:cNvPr id="2" name="Title 1">
            <a:extLst>
              <a:ext uri="{FF2B5EF4-FFF2-40B4-BE49-F238E27FC236}">
                <a16:creationId xmlns:a16="http://schemas.microsoft.com/office/drawing/2014/main" id="{B4F7C633-6FA1-4FBC-8E61-54FEB4587827}"/>
              </a:ext>
            </a:extLst>
          </p:cNvPr>
          <p:cNvSpPr>
            <a:spLocks noGrp="1"/>
          </p:cNvSpPr>
          <p:nvPr>
            <p:ph type="title"/>
          </p:nvPr>
        </p:nvSpPr>
        <p:spPr/>
        <p:txBody>
          <a:bodyPr/>
          <a:lstStyle/>
          <a:p>
            <a:r>
              <a:rPr lang="en-US" dirty="0" err="1"/>
              <a:t>Đặc</a:t>
            </a:r>
            <a:r>
              <a:rPr lang="en-US" dirty="0"/>
              <a:t> </a:t>
            </a:r>
            <a:r>
              <a:rPr lang="en-US" dirty="0" err="1"/>
              <a:t>tả</a:t>
            </a:r>
            <a:r>
              <a:rPr lang="en-US" dirty="0"/>
              <a:t> </a:t>
            </a:r>
            <a:r>
              <a:rPr lang="en-US" dirty="0" err="1"/>
              <a:t>yêu</a:t>
            </a:r>
            <a:r>
              <a:rPr lang="en-US" dirty="0"/>
              <a:t> </a:t>
            </a:r>
            <a:r>
              <a:rPr lang="en-US" dirty="0" err="1"/>
              <a:t>cầu</a:t>
            </a:r>
            <a:r>
              <a:rPr lang="en-US" dirty="0"/>
              <a:t> </a:t>
            </a:r>
            <a:r>
              <a:rPr lang="en-US" dirty="0" err="1"/>
              <a:t>bài</a:t>
            </a:r>
            <a:r>
              <a:rPr lang="en-US" dirty="0"/>
              <a:t> </a:t>
            </a:r>
            <a:r>
              <a:rPr lang="en-US" dirty="0" err="1"/>
              <a:t>toán</a:t>
            </a:r>
            <a:endParaRPr lang="en-US" dirty="0"/>
          </a:p>
        </p:txBody>
      </p:sp>
    </p:spTree>
    <p:extLst>
      <p:ext uri="{BB962C8B-B14F-4D97-AF65-F5344CB8AC3E}">
        <p14:creationId xmlns:p14="http://schemas.microsoft.com/office/powerpoint/2010/main" val="1367802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p:cNvSpPr/>
          <p:nvPr/>
        </p:nvSpPr>
        <p:spPr>
          <a:xfrm>
            <a:off x="9385540" y="1723667"/>
            <a:ext cx="2532140" cy="2727559"/>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763448" y="2571196"/>
            <a:ext cx="977459" cy="9029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dirty="0" err="1"/>
              <a:t>Đăng</a:t>
            </a:r>
            <a:r>
              <a:rPr lang="en-US" dirty="0"/>
              <a:t> </a:t>
            </a:r>
            <a:r>
              <a:rPr lang="en-US" dirty="0" err="1"/>
              <a:t>nhập</a:t>
            </a:r>
            <a:endParaRPr lang="en-US" dirty="0"/>
          </a:p>
        </p:txBody>
      </p:sp>
      <p:sp>
        <p:nvSpPr>
          <p:cNvPr id="5" name="Notched Right Arrow 4"/>
          <p:cNvSpPr/>
          <p:nvPr/>
        </p:nvSpPr>
        <p:spPr>
          <a:xfrm>
            <a:off x="1097280" y="3590499"/>
            <a:ext cx="7960456" cy="712171"/>
          </a:xfrm>
          <a:prstGeom prst="notchedRightArrow">
            <a:avLst/>
          </a:prstGeom>
          <a:solidFill>
            <a:schemeClr val="bg1">
              <a:lumMod val="95000"/>
            </a:schemeClr>
          </a:solidFill>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6" name="Oval 5"/>
          <p:cNvSpPr/>
          <p:nvPr/>
        </p:nvSpPr>
        <p:spPr>
          <a:xfrm>
            <a:off x="2532576" y="3753725"/>
            <a:ext cx="385704" cy="385704"/>
          </a:xfrm>
          <a:prstGeom prst="ellipse">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7" name="Oval 6"/>
          <p:cNvSpPr/>
          <p:nvPr/>
        </p:nvSpPr>
        <p:spPr>
          <a:xfrm>
            <a:off x="4470669" y="3753725"/>
            <a:ext cx="385704" cy="385704"/>
          </a:xfrm>
          <a:prstGeom prst="ellipse">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8" name="Oval 7"/>
          <p:cNvSpPr/>
          <p:nvPr/>
        </p:nvSpPr>
        <p:spPr>
          <a:xfrm>
            <a:off x="6071323" y="3753725"/>
            <a:ext cx="385704" cy="385704"/>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9" name="Oval 8"/>
          <p:cNvSpPr/>
          <p:nvPr/>
        </p:nvSpPr>
        <p:spPr>
          <a:xfrm>
            <a:off x="7738564" y="3751673"/>
            <a:ext cx="385704" cy="385704"/>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grpSp>
        <p:nvGrpSpPr>
          <p:cNvPr id="10" name="Group 9"/>
          <p:cNvGrpSpPr/>
          <p:nvPr/>
        </p:nvGrpSpPr>
        <p:grpSpPr>
          <a:xfrm>
            <a:off x="1097280" y="1646033"/>
            <a:ext cx="2695955" cy="1944451"/>
            <a:chOff x="53304" y="0"/>
            <a:chExt cx="2695955" cy="1944451"/>
          </a:xfrm>
        </p:grpSpPr>
        <p:sp>
          <p:nvSpPr>
            <p:cNvPr id="11" name="Rectangle 10"/>
            <p:cNvSpPr/>
            <p:nvPr/>
          </p:nvSpPr>
          <p:spPr>
            <a:xfrm>
              <a:off x="53304" y="0"/>
              <a:ext cx="1529069" cy="157174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2" name="TextBox 11"/>
            <p:cNvSpPr txBox="1"/>
            <p:nvPr/>
          </p:nvSpPr>
          <p:spPr>
            <a:xfrm>
              <a:off x="613644" y="372711"/>
              <a:ext cx="2135615" cy="157174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b" anchorCtr="0">
              <a:noAutofit/>
            </a:bodyPr>
            <a:lstStyle/>
            <a:p>
              <a:pPr lvl="0" defTabSz="622300">
                <a:lnSpc>
                  <a:spcPct val="100000"/>
                </a:lnSpc>
                <a:spcBef>
                  <a:spcPct val="0"/>
                </a:spcBef>
                <a:spcAft>
                  <a:spcPct val="35000"/>
                </a:spcAft>
              </a:pPr>
              <a:r>
                <a:rPr lang="en-US" sz="1400" b="0" i="0" u="none" kern="1200" dirty="0"/>
                <a:t>Use case </a:t>
              </a:r>
              <a:r>
                <a:rPr lang="en-US" sz="1400" b="0" i="0" u="none" kern="1200" dirty="0" err="1"/>
                <a:t>bắt</a:t>
              </a:r>
              <a:r>
                <a:rPr lang="en-US" sz="1400" b="0" i="0" u="none" kern="1200" dirty="0"/>
                <a:t> </a:t>
              </a:r>
              <a:r>
                <a:rPr lang="en-US" sz="1400" b="0" i="0" u="none" kern="1200" dirty="0" err="1"/>
                <a:t>đầu</a:t>
              </a:r>
              <a:r>
                <a:rPr lang="en-US" sz="1400" b="0" i="0" u="none" kern="1200" dirty="0"/>
                <a:t> </a:t>
              </a:r>
              <a:r>
                <a:rPr lang="en-US" sz="1400" b="0" i="0" u="none" kern="1200" dirty="0" err="1"/>
                <a:t>khi</a:t>
              </a:r>
              <a:r>
                <a:rPr lang="en-US" sz="1400" b="0" i="0" u="none" kern="1200" dirty="0"/>
                <a:t> actor (</a:t>
              </a:r>
              <a:r>
                <a:rPr lang="en-US" sz="1400" b="0" i="0" u="none" kern="1200" dirty="0" err="1"/>
                <a:t>Nhân</a:t>
              </a:r>
              <a:r>
                <a:rPr lang="en-US" sz="1400" b="0" i="0" u="none" kern="1200" dirty="0"/>
                <a:t> </a:t>
              </a:r>
              <a:r>
                <a:rPr lang="en-US" sz="1400" b="0" i="0" u="none" kern="1200" dirty="0" err="1"/>
                <a:t>viên</a:t>
              </a:r>
              <a:r>
                <a:rPr lang="en-US" sz="1400" b="0" i="0" u="none" kern="1200" dirty="0"/>
                <a:t>, </a:t>
              </a:r>
              <a:r>
                <a:rPr lang="en-US" sz="1400" b="0" i="0" u="none" kern="1200" dirty="0" err="1"/>
                <a:t>Quản</a:t>
              </a:r>
              <a:r>
                <a:rPr lang="en-US" sz="1400" b="0" i="0" u="none" kern="1200" dirty="0"/>
                <a:t> </a:t>
              </a:r>
              <a:r>
                <a:rPr lang="en-US" sz="1400" b="0" i="0" u="none" kern="1200" dirty="0" err="1"/>
                <a:t>lý</a:t>
              </a:r>
              <a:r>
                <a:rPr lang="en-US" sz="1400" b="0" i="0" u="none" kern="1200" dirty="0"/>
                <a:t>, Thu </a:t>
              </a:r>
              <a:r>
                <a:rPr lang="en-US" sz="1400" b="0" i="0" u="none" kern="1200" dirty="0" err="1"/>
                <a:t>Ngân</a:t>
              </a:r>
              <a:r>
                <a:rPr lang="en-US" sz="1400" b="0" i="0" u="none" kern="1200" dirty="0"/>
                <a:t>) </a:t>
              </a:r>
              <a:r>
                <a:rPr lang="en-US" sz="1400" b="0" i="0" u="none" kern="1200" dirty="0" err="1"/>
                <a:t>muốn</a:t>
              </a:r>
              <a:r>
                <a:rPr lang="en-US" sz="1400" b="0" i="0" u="none" kern="1200" dirty="0"/>
                <a:t> </a:t>
              </a:r>
              <a:r>
                <a:rPr lang="en-US" sz="1400" b="0" i="0" u="none" kern="1200" dirty="0" err="1"/>
                <a:t>đăng</a:t>
              </a:r>
              <a:r>
                <a:rPr lang="en-US" sz="1400" b="0" i="0" u="none" kern="1200" dirty="0"/>
                <a:t> </a:t>
              </a:r>
              <a:r>
                <a:rPr lang="en-US" sz="1400" b="0" i="0" u="none" kern="1200" dirty="0" err="1"/>
                <a:t>nhập</a:t>
              </a:r>
              <a:r>
                <a:rPr lang="en-US" sz="1400" b="0" i="0" u="none" kern="1200" dirty="0"/>
                <a:t> </a:t>
              </a:r>
              <a:r>
                <a:rPr lang="en-US" sz="1400" b="0" i="0" u="none" kern="1200" dirty="0" err="1"/>
                <a:t>vào</a:t>
              </a:r>
              <a:r>
                <a:rPr lang="en-US" sz="1400" b="0" i="0" u="none" kern="1200" dirty="0"/>
                <a:t> </a:t>
              </a:r>
              <a:r>
                <a:rPr lang="en-US" sz="1400" b="0" i="0" u="none" kern="1200" dirty="0" err="1"/>
                <a:t>hệ</a:t>
              </a:r>
              <a:r>
                <a:rPr lang="en-US" sz="1400" b="0" i="0" u="none" kern="1200" dirty="0"/>
                <a:t> </a:t>
              </a:r>
              <a:r>
                <a:rPr lang="en-US" sz="1400" b="0" i="0" u="none" kern="1200" dirty="0" err="1"/>
                <a:t>thống</a:t>
              </a:r>
              <a:endParaRPr lang="en-US" sz="1400" b="1" kern="1200" dirty="0">
                <a:solidFill>
                  <a:schemeClr val="tx1">
                    <a:lumMod val="75000"/>
                    <a:lumOff val="25000"/>
                  </a:schemeClr>
                </a:solidFill>
                <a:effectLst/>
                <a:latin typeface="+mj-lt"/>
              </a:endParaRPr>
            </a:p>
          </p:txBody>
        </p:sp>
      </p:grpSp>
      <p:grpSp>
        <p:nvGrpSpPr>
          <p:cNvPr id="13" name="Group 12"/>
          <p:cNvGrpSpPr/>
          <p:nvPr/>
        </p:nvGrpSpPr>
        <p:grpSpPr>
          <a:xfrm>
            <a:off x="3793234" y="4302655"/>
            <a:ext cx="1779429" cy="1571740"/>
            <a:chOff x="1601659" y="2357611"/>
            <a:chExt cx="1497656" cy="1571740"/>
          </a:xfrm>
        </p:grpSpPr>
        <p:sp>
          <p:nvSpPr>
            <p:cNvPr id="14" name="Rectangle 13"/>
            <p:cNvSpPr/>
            <p:nvPr/>
          </p:nvSpPr>
          <p:spPr>
            <a:xfrm>
              <a:off x="1601659" y="2357611"/>
              <a:ext cx="1497656" cy="157174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5" name="TextBox 14"/>
            <p:cNvSpPr txBox="1"/>
            <p:nvPr/>
          </p:nvSpPr>
          <p:spPr>
            <a:xfrm>
              <a:off x="1601659" y="2357611"/>
              <a:ext cx="1497656" cy="157174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t" anchorCtr="0">
              <a:noAutofit/>
            </a:bodyPr>
            <a:lstStyle/>
            <a:p>
              <a:pPr marL="17463" lvl="0" indent="-17463" defTabSz="622300">
                <a:lnSpc>
                  <a:spcPct val="100000"/>
                </a:lnSpc>
                <a:spcBef>
                  <a:spcPct val="0"/>
                </a:spcBef>
                <a:spcAft>
                  <a:spcPct val="35000"/>
                </a:spcAft>
                <a:buNone/>
                <a:tabLst/>
              </a:pPr>
              <a:r>
                <a:rPr lang="en-US" sz="1400" b="0" i="0" u="none" kern="1200" dirty="0" err="1"/>
                <a:t>Hệ</a:t>
              </a:r>
              <a:r>
                <a:rPr lang="en-US" sz="1400" b="0" i="0" u="none" kern="1200" dirty="0"/>
                <a:t> </a:t>
              </a:r>
              <a:r>
                <a:rPr lang="en-US" sz="1400" b="0" i="0" u="none" kern="1200" dirty="0" err="1"/>
                <a:t>thống</a:t>
              </a:r>
              <a:r>
                <a:rPr lang="en-US" sz="1400" b="0" i="0" u="none" kern="1200" dirty="0"/>
                <a:t> </a:t>
              </a:r>
              <a:r>
                <a:rPr lang="en-US" sz="1400" b="0" i="0" u="none" kern="1200" dirty="0" err="1"/>
                <a:t>yêu</a:t>
              </a:r>
              <a:r>
                <a:rPr lang="en-US" sz="1400" b="0" i="0" u="none" kern="1200" dirty="0"/>
                <a:t> </a:t>
              </a:r>
              <a:r>
                <a:rPr lang="en-US" sz="1400" b="0" i="0" u="none" kern="1200" dirty="0" err="1"/>
                <a:t>cầu</a:t>
              </a:r>
              <a:r>
                <a:rPr lang="en-US" sz="1400" b="0" i="0" u="none" kern="1200" dirty="0"/>
                <a:t> actor </a:t>
              </a:r>
              <a:r>
                <a:rPr lang="en-US" sz="1400" b="0" i="0" u="none" kern="1200" dirty="0" err="1"/>
                <a:t>nhập</a:t>
              </a:r>
              <a:r>
                <a:rPr lang="en-US" sz="1400" b="0" i="0" u="none" kern="1200" dirty="0"/>
                <a:t> </a:t>
              </a:r>
              <a:r>
                <a:rPr lang="en-US" sz="1400" b="0" i="0" u="none" kern="1200" dirty="0" err="1"/>
                <a:t>thông</a:t>
              </a:r>
              <a:r>
                <a:rPr lang="en-US" sz="1400" b="0" i="0" u="none" kern="1200" dirty="0"/>
                <a:t> tin username </a:t>
              </a:r>
              <a:r>
                <a:rPr lang="en-US" sz="1400" b="0" i="0" u="none" kern="1200" dirty="0" err="1"/>
                <a:t>và</a:t>
              </a:r>
              <a:r>
                <a:rPr lang="en-US" sz="1400" b="0" i="0" u="none" kern="1200" dirty="0"/>
                <a:t> password.</a:t>
              </a:r>
              <a:endParaRPr lang="en-US" sz="1400" b="1" kern="1200" dirty="0">
                <a:solidFill>
                  <a:schemeClr val="tx1">
                    <a:lumMod val="75000"/>
                    <a:lumOff val="25000"/>
                  </a:schemeClr>
                </a:solidFill>
                <a:effectLst/>
                <a:latin typeface="+mj-lt"/>
              </a:endParaRPr>
            </a:p>
          </p:txBody>
        </p:sp>
      </p:grpSp>
      <p:grpSp>
        <p:nvGrpSpPr>
          <p:cNvPr id="16" name="Group 15"/>
          <p:cNvGrpSpPr/>
          <p:nvPr/>
        </p:nvGrpSpPr>
        <p:grpSpPr>
          <a:xfrm>
            <a:off x="5184173" y="1952228"/>
            <a:ext cx="2070827" cy="1638256"/>
            <a:chOff x="3118600" y="-66516"/>
            <a:chExt cx="2070827" cy="1638256"/>
          </a:xfrm>
        </p:grpSpPr>
        <p:sp>
          <p:nvSpPr>
            <p:cNvPr id="17" name="Rectangle 16"/>
            <p:cNvSpPr/>
            <p:nvPr/>
          </p:nvSpPr>
          <p:spPr>
            <a:xfrm>
              <a:off x="3118600" y="0"/>
              <a:ext cx="1682337" cy="157174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8" name="TextBox 17"/>
            <p:cNvSpPr txBox="1"/>
            <p:nvPr/>
          </p:nvSpPr>
          <p:spPr>
            <a:xfrm>
              <a:off x="3507090" y="-66516"/>
              <a:ext cx="1682337" cy="157174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b" anchorCtr="0">
              <a:noAutofit/>
            </a:bodyPr>
            <a:lstStyle/>
            <a:p>
              <a:pPr marL="17463" lvl="0" indent="0" defTabSz="622300">
                <a:lnSpc>
                  <a:spcPct val="100000"/>
                </a:lnSpc>
                <a:spcBef>
                  <a:spcPct val="0"/>
                </a:spcBef>
                <a:spcAft>
                  <a:spcPct val="35000"/>
                </a:spcAft>
                <a:buNone/>
                <a:tabLst/>
              </a:pPr>
              <a:r>
                <a:rPr lang="en-US" sz="1400" b="0" i="0" u="none" kern="1200" dirty="0"/>
                <a:t>Actor </a:t>
              </a:r>
              <a:r>
                <a:rPr lang="en-US" sz="1400" b="0" i="0" u="none" kern="1200" dirty="0" err="1"/>
                <a:t>nhập</a:t>
              </a:r>
              <a:r>
                <a:rPr lang="en-US" sz="1400" b="0" i="0" u="none" kern="1200" dirty="0"/>
                <a:t> </a:t>
              </a:r>
              <a:r>
                <a:rPr lang="en-US" sz="1400" b="0" i="0" u="none" kern="1200" dirty="0" err="1"/>
                <a:t>thông</a:t>
              </a:r>
              <a:r>
                <a:rPr lang="en-US" sz="1400" b="0" i="0" u="none" kern="1200" dirty="0"/>
                <a:t> tin username </a:t>
              </a:r>
              <a:r>
                <a:rPr lang="en-US" sz="1400" b="0" i="0" u="none" kern="1200" dirty="0" err="1"/>
                <a:t>và</a:t>
              </a:r>
              <a:r>
                <a:rPr lang="en-US" sz="1400" b="0" i="0" u="none" kern="1200" dirty="0"/>
                <a:t> password.</a:t>
              </a:r>
              <a:endParaRPr lang="en-US" sz="1400" b="1" kern="1200" dirty="0">
                <a:solidFill>
                  <a:schemeClr val="tx1">
                    <a:lumMod val="75000"/>
                    <a:lumOff val="25000"/>
                  </a:schemeClr>
                </a:solidFill>
                <a:effectLst/>
                <a:latin typeface="+mj-lt"/>
              </a:endParaRPr>
            </a:p>
          </p:txBody>
        </p:sp>
      </p:grpSp>
      <p:grpSp>
        <p:nvGrpSpPr>
          <p:cNvPr id="19" name="Group 18"/>
          <p:cNvGrpSpPr/>
          <p:nvPr/>
        </p:nvGrpSpPr>
        <p:grpSpPr>
          <a:xfrm>
            <a:off x="7099382" y="4298551"/>
            <a:ext cx="1772257" cy="1571740"/>
            <a:chOff x="4820223" y="2357611"/>
            <a:chExt cx="1002553" cy="1571740"/>
          </a:xfrm>
        </p:grpSpPr>
        <p:sp>
          <p:nvSpPr>
            <p:cNvPr id="20" name="Rectangle 19"/>
            <p:cNvSpPr/>
            <p:nvPr/>
          </p:nvSpPr>
          <p:spPr>
            <a:xfrm>
              <a:off x="4820223" y="2357611"/>
              <a:ext cx="941350" cy="157174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1" name="TextBox 20"/>
            <p:cNvSpPr txBox="1"/>
            <p:nvPr/>
          </p:nvSpPr>
          <p:spPr>
            <a:xfrm>
              <a:off x="4881426" y="2357611"/>
              <a:ext cx="941350" cy="157174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t" anchorCtr="0">
              <a:noAutofit/>
            </a:bodyPr>
            <a:lstStyle/>
            <a:p>
              <a:pPr lvl="0" defTabSz="622300">
                <a:lnSpc>
                  <a:spcPct val="100000"/>
                </a:lnSpc>
                <a:spcBef>
                  <a:spcPct val="0"/>
                </a:spcBef>
                <a:spcAft>
                  <a:spcPct val="35000"/>
                </a:spcAft>
              </a:pPr>
              <a:r>
                <a:rPr lang="en-US" sz="1400" b="0" i="0" u="none" kern="1200" dirty="0" err="1"/>
                <a:t>Hệ</a:t>
              </a:r>
              <a:r>
                <a:rPr lang="en-US" sz="1400" b="0" i="0" u="none" kern="1200" dirty="0"/>
                <a:t> </a:t>
              </a:r>
              <a:r>
                <a:rPr lang="en-US" sz="1400" b="0" i="0" u="none" kern="1200" dirty="0" err="1"/>
                <a:t>thống</a:t>
              </a:r>
              <a:r>
                <a:rPr lang="en-US" sz="1400" b="0" i="0" u="none" kern="1200" dirty="0"/>
                <a:t> </a:t>
              </a:r>
              <a:r>
                <a:rPr lang="en-US" sz="1400" b="0" i="0" u="none" kern="1200" dirty="0" err="1"/>
                <a:t>kiểm</a:t>
              </a:r>
              <a:r>
                <a:rPr lang="en-US" sz="1400" b="0" i="0" u="none" kern="1200" dirty="0"/>
                <a:t> </a:t>
              </a:r>
              <a:r>
                <a:rPr lang="en-US" sz="1400" b="0" i="0" u="none" kern="1200" dirty="0" err="1"/>
                <a:t>tra</a:t>
              </a:r>
              <a:r>
                <a:rPr lang="en-US" sz="1400" b="0" i="0" u="none" kern="1200" dirty="0"/>
                <a:t> </a:t>
              </a:r>
              <a:r>
                <a:rPr lang="en-US" sz="1400" b="0" i="0" u="none" kern="1200" dirty="0" err="1"/>
                <a:t>thông</a:t>
              </a:r>
              <a:r>
                <a:rPr lang="en-US" sz="1400" b="0" i="0" u="none" kern="1200" dirty="0"/>
                <a:t> tin </a:t>
              </a:r>
              <a:r>
                <a:rPr lang="en-US" sz="1400" b="0" i="0" u="none" kern="1200" dirty="0" err="1"/>
                <a:t>và</a:t>
              </a:r>
              <a:r>
                <a:rPr lang="en-US" sz="1400" b="0" i="0" u="none" kern="1200" dirty="0"/>
                <a:t> </a:t>
              </a:r>
              <a:r>
                <a:rPr lang="en-US" sz="1400" b="0" i="0" u="none" kern="1200" dirty="0" err="1"/>
                <a:t>cho</a:t>
              </a:r>
              <a:r>
                <a:rPr lang="en-US" sz="1400" b="0" i="0" u="none" kern="1200" dirty="0"/>
                <a:t> actor </a:t>
              </a:r>
              <a:r>
                <a:rPr lang="en-US" sz="1400" b="0" i="0" u="none" kern="1200" dirty="0" err="1"/>
                <a:t>đăng</a:t>
              </a:r>
              <a:r>
                <a:rPr lang="en-US" sz="1400" b="0" i="0" u="none" kern="1200" dirty="0"/>
                <a:t> </a:t>
              </a:r>
              <a:r>
                <a:rPr lang="en-US" sz="1400" b="0" i="0" u="none" kern="1200" dirty="0" err="1"/>
                <a:t>nhập</a:t>
              </a:r>
              <a:r>
                <a:rPr lang="en-US" sz="1400" b="0" i="0" u="none" kern="1200" dirty="0"/>
                <a:t> </a:t>
              </a:r>
              <a:r>
                <a:rPr lang="en-US" sz="1400" b="0" i="0" u="none" kern="1200" dirty="0" err="1"/>
                <a:t>vào</a:t>
              </a:r>
              <a:r>
                <a:rPr lang="en-US" sz="1400" b="0" i="0" u="none" kern="1200" dirty="0"/>
                <a:t> </a:t>
              </a:r>
              <a:r>
                <a:rPr lang="en-US" sz="1400" b="0" i="0" u="none" kern="1200" dirty="0" err="1"/>
                <a:t>hệ</a:t>
              </a:r>
              <a:r>
                <a:rPr lang="en-US" sz="1400" b="0" i="0" u="none" kern="1200" dirty="0"/>
                <a:t> </a:t>
              </a:r>
              <a:r>
                <a:rPr lang="en-US" sz="1400" b="0" i="0" u="none" kern="1200" dirty="0" err="1"/>
                <a:t>thống</a:t>
              </a:r>
              <a:r>
                <a:rPr lang="en-US" sz="1400" b="0" i="0" u="none" kern="1200" dirty="0"/>
                <a:t>.</a:t>
              </a:r>
              <a:endParaRPr lang="ru-RU" sz="1400" b="1" kern="1200" dirty="0">
                <a:solidFill>
                  <a:schemeClr val="tx1">
                    <a:lumMod val="75000"/>
                    <a:lumOff val="25000"/>
                  </a:schemeClr>
                </a:solidFill>
                <a:effectLst/>
                <a:latin typeface="+mj-lt"/>
              </a:endParaRPr>
            </a:p>
          </p:txBody>
        </p:sp>
      </p:grpSp>
      <p:sp>
        <p:nvSpPr>
          <p:cNvPr id="22" name="TextBox 21">
            <a:extLst>
              <a:ext uri="{FF2B5EF4-FFF2-40B4-BE49-F238E27FC236}">
                <a16:creationId xmlns:a16="http://schemas.microsoft.com/office/drawing/2014/main" id="{D4CF508A-5078-4189-B2EC-DB035B7C2368}"/>
              </a:ext>
            </a:extLst>
          </p:cNvPr>
          <p:cNvSpPr txBox="1"/>
          <p:nvPr/>
        </p:nvSpPr>
        <p:spPr>
          <a:xfrm>
            <a:off x="9836727" y="1868525"/>
            <a:ext cx="2080953" cy="2308324"/>
          </a:xfrm>
          <a:prstGeom prst="rect">
            <a:avLst/>
          </a:prstGeom>
          <a:noFill/>
        </p:spPr>
        <p:txBody>
          <a:bodyPr wrap="square" rtlCol="0">
            <a:spAutoFit/>
          </a:bodyPr>
          <a:lstStyle/>
          <a:p>
            <a:r>
              <a:rPr lang="en-US" sz="1800" b="0" i="0" u="none" strike="noStrike" dirty="0" err="1">
                <a:solidFill>
                  <a:srgbClr val="000000"/>
                </a:solidFill>
                <a:effectLst/>
                <a:latin typeface="Times New Roman" panose="02020603050405020304" pitchFamily="18" charset="0"/>
              </a:rPr>
              <a:t>Nếu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trong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sự</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kiện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chính</a:t>
            </a:r>
            <a:r>
              <a:rPr lang="en-US" sz="1800" b="0" i="0" u="none" strike="noStrike" dirty="0">
                <a:solidFill>
                  <a:srgbClr val="000000"/>
                </a:solidFill>
                <a:effectLst/>
                <a:latin typeface="Times New Roman" panose="02020603050405020304" pitchFamily="18" charset="0"/>
              </a:rPr>
              <a:t> actor </a:t>
            </a:r>
            <a:r>
              <a:rPr lang="en-US" sz="1800" b="0" i="0" u="none" strike="noStrike" dirty="0" err="1">
                <a:solidFill>
                  <a:srgbClr val="000000"/>
                </a:solidFill>
                <a:effectLst/>
                <a:latin typeface="Times New Roman" panose="02020603050405020304" pitchFamily="18" charset="0"/>
              </a:rPr>
              <a:t>đăng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nhập</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sai</a:t>
            </a:r>
            <a:r>
              <a:rPr lang="en-US" sz="1800" b="0" i="0" u="none" strike="noStrike" dirty="0">
                <a:solidFill>
                  <a:srgbClr val="000000"/>
                </a:solidFill>
                <a:effectLst/>
                <a:latin typeface="Times New Roman" panose="02020603050405020304" pitchFamily="18" charset="0"/>
              </a:rPr>
              <a:t> username </a:t>
            </a:r>
            <a:r>
              <a:rPr lang="en-US" sz="1800" b="0" i="0" u="none" strike="noStrike" dirty="0" err="1">
                <a:solidFill>
                  <a:srgbClr val="000000"/>
                </a:solidFill>
                <a:effectLst/>
                <a:latin typeface="Times New Roman" panose="02020603050405020304" pitchFamily="18" charset="0"/>
              </a:rPr>
              <a:t>hoặc</a:t>
            </a:r>
            <a:r>
              <a:rPr lang="en-US" sz="1800" b="0" i="0" u="none" strike="noStrike" dirty="0">
                <a:solidFill>
                  <a:srgbClr val="000000"/>
                </a:solidFill>
                <a:effectLst/>
                <a:latin typeface="Times New Roman" panose="02020603050405020304" pitchFamily="18" charset="0"/>
              </a:rPr>
              <a:t> password </a:t>
            </a:r>
            <a:r>
              <a:rPr lang="en-US" sz="1800" b="0" i="0" u="none" strike="noStrike" dirty="0" err="1">
                <a:solidFill>
                  <a:srgbClr val="000000"/>
                </a:solidFill>
                <a:effectLst/>
                <a:latin typeface="Times New Roman" panose="02020603050405020304" pitchFamily="18" charset="0"/>
              </a:rPr>
              <a:t>thì</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hệ</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thống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sẽ</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báo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lỗi</a:t>
            </a:r>
            <a:r>
              <a:rPr lang="en-US" sz="1800" b="0" i="0" u="none" strike="noStrike" dirty="0">
                <a:solidFill>
                  <a:srgbClr val="000000"/>
                </a:solidFill>
                <a:effectLst/>
                <a:latin typeface="Times New Roman" panose="02020603050405020304" pitchFamily="18" charset="0"/>
              </a:rPr>
              <a:t>. Actor quay </a:t>
            </a:r>
            <a:r>
              <a:rPr lang="en-US" sz="1800" b="0" i="0" u="none" strike="noStrike" dirty="0" err="1">
                <a:solidFill>
                  <a:srgbClr val="000000"/>
                </a:solidFill>
                <a:effectLst/>
                <a:latin typeface="Times New Roman" panose="02020603050405020304" pitchFamily="18" charset="0"/>
              </a:rPr>
              <a:t>về</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đầu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dòng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sự</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kiện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hoặc</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thoát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ra.</a:t>
            </a:r>
            <a:endParaRPr lang="en-US" dirty="0"/>
          </a:p>
        </p:txBody>
      </p:sp>
      <p:pic>
        <p:nvPicPr>
          <p:cNvPr id="23" name="Picture 22" descr="Shape&#10;&#10;Description automatically generated with low confidence">
            <a:extLst>
              <a:ext uri="{FF2B5EF4-FFF2-40B4-BE49-F238E27FC236}">
                <a16:creationId xmlns:a16="http://schemas.microsoft.com/office/drawing/2014/main" id="{DBB2B734-0012-5883-10E4-91522611023F}"/>
              </a:ext>
            </a:extLst>
          </p:cNvPr>
          <p:cNvPicPr>
            <a:picLocks noChangeAspect="1"/>
          </p:cNvPicPr>
          <p:nvPr/>
        </p:nvPicPr>
        <p:blipFill>
          <a:blip r:embed="rId2"/>
          <a:stretch>
            <a:fillRect/>
          </a:stretch>
        </p:blipFill>
        <p:spPr>
          <a:xfrm>
            <a:off x="8871639" y="2616592"/>
            <a:ext cx="812190" cy="812190"/>
          </a:xfrm>
          <a:prstGeom prst="rect">
            <a:avLst/>
          </a:prstGeom>
        </p:spPr>
      </p:pic>
    </p:spTree>
    <p:extLst>
      <p:ext uri="{BB962C8B-B14F-4D97-AF65-F5344CB8AC3E}">
        <p14:creationId xmlns:p14="http://schemas.microsoft.com/office/powerpoint/2010/main" val="1051489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9FC62B-A9C0-798E-4D16-23AEE320CBF0}"/>
              </a:ext>
            </a:extLst>
          </p:cNvPr>
          <p:cNvSpPr>
            <a:spLocks noGrp="1"/>
          </p:cNvSpPr>
          <p:nvPr>
            <p:ph type="title"/>
          </p:nvPr>
        </p:nvSpPr>
        <p:spPr/>
        <p:txBody>
          <a:bodyPr/>
          <a:lstStyle/>
          <a:p>
            <a:r>
              <a:rPr lang="en-US" dirty="0" err="1"/>
              <a:t>Đăng</a:t>
            </a:r>
            <a:r>
              <a:rPr lang="en-US" dirty="0"/>
              <a:t> </a:t>
            </a:r>
            <a:r>
              <a:rPr lang="en-US" dirty="0" err="1"/>
              <a:t>ký</a:t>
            </a:r>
            <a:r>
              <a:rPr lang="en-US" dirty="0"/>
              <a:t> </a:t>
            </a:r>
            <a:r>
              <a:rPr lang="en-US" dirty="0" err="1"/>
              <a:t>lịch</a:t>
            </a:r>
            <a:r>
              <a:rPr lang="en-US" dirty="0"/>
              <a:t> </a:t>
            </a:r>
            <a:r>
              <a:rPr lang="en-US" dirty="0" err="1"/>
              <a:t>làm</a:t>
            </a:r>
            <a:endParaRPr lang="en-US" dirty="0"/>
          </a:p>
        </p:txBody>
      </p:sp>
      <p:graphicFrame>
        <p:nvGraphicFramePr>
          <p:cNvPr id="5" name="Content Placeholder 6" descr="SmartArt Process diagram">
            <a:extLst>
              <a:ext uri="{FF2B5EF4-FFF2-40B4-BE49-F238E27FC236}">
                <a16:creationId xmlns:a16="http://schemas.microsoft.com/office/drawing/2014/main" id="{D897FF5C-20A9-5B19-F7C2-43C904801919}"/>
              </a:ext>
            </a:extLst>
          </p:cNvPr>
          <p:cNvGraphicFramePr>
            <a:graphicFrameLocks noGrp="1"/>
          </p:cNvGraphicFramePr>
          <p:nvPr>
            <p:ph idx="1"/>
            <p:extLst>
              <p:ext uri="{D42A27DB-BD31-4B8C-83A1-F6EECF244321}">
                <p14:modId xmlns:p14="http://schemas.microsoft.com/office/powerpoint/2010/main" val="897843834"/>
              </p:ext>
            </p:extLst>
          </p:nvPr>
        </p:nvGraphicFramePr>
        <p:xfrm>
          <a:off x="1096962" y="1939636"/>
          <a:ext cx="9571037" cy="3929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8620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4DD438-D1CC-F04A-4633-51CA93C1E6F8}"/>
              </a:ext>
            </a:extLst>
          </p:cNvPr>
          <p:cNvSpPr>
            <a:spLocks noGrp="1"/>
          </p:cNvSpPr>
          <p:nvPr>
            <p:ph sz="half" idx="1"/>
          </p:nvPr>
        </p:nvSpPr>
        <p:spPr>
          <a:xfrm>
            <a:off x="1951293" y="2120900"/>
            <a:ext cx="3876502" cy="3748193"/>
          </a:xfrm>
        </p:spPr>
        <p:txBody>
          <a:bodyPr/>
          <a:lstStyle/>
          <a:p>
            <a:r>
              <a:rPr lang="en-US" sz="2400" b="1" dirty="0" err="1"/>
              <a:t>Lập</a:t>
            </a:r>
            <a:r>
              <a:rPr lang="en-US" sz="2400" b="1" dirty="0"/>
              <a:t> </a:t>
            </a:r>
            <a:r>
              <a:rPr lang="en-US" sz="2400" b="1" dirty="0" err="1"/>
              <a:t>hóa</a:t>
            </a:r>
            <a:r>
              <a:rPr lang="en-US" sz="2400" b="1" dirty="0"/>
              <a:t> </a:t>
            </a:r>
            <a:r>
              <a:rPr lang="en-US" sz="2400" b="1" dirty="0" err="1"/>
              <a:t>đơn</a:t>
            </a:r>
            <a:endParaRPr lang="en-US" sz="2400" b="1" dirty="0"/>
          </a:p>
          <a:p>
            <a:pPr marL="0" indent="0">
              <a:buNone/>
            </a:pPr>
            <a:endParaRPr lang="en-US" dirty="0"/>
          </a:p>
          <a:p>
            <a:r>
              <a:rPr lang="en-US" sz="1800" b="0" i="0" u="none" strike="noStrike" dirty="0" err="1">
                <a:solidFill>
                  <a:srgbClr val="000000"/>
                </a:solidFill>
                <a:effectLst/>
                <a:latin typeface="Times New Roman" panose="02020603050405020304" pitchFamily="18" charset="0"/>
              </a:rPr>
              <a:t>Usecase</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bắt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đầu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khí</a:t>
            </a:r>
            <a:r>
              <a:rPr lang="en-US" sz="1800" b="0" i="0" u="none" strike="noStrike" dirty="0">
                <a:solidFill>
                  <a:srgbClr val="000000"/>
                </a:solidFill>
                <a:effectLst/>
                <a:latin typeface="Times New Roman" panose="02020603050405020304" pitchFamily="18" charset="0"/>
              </a:rPr>
              <a:t> NVPV </a:t>
            </a:r>
            <a:r>
              <a:rPr lang="en-US" sz="1800" b="0" i="0" u="none" strike="noStrike" dirty="0" err="1">
                <a:solidFill>
                  <a:srgbClr val="000000"/>
                </a:solidFill>
                <a:effectLst/>
                <a:latin typeface="Times New Roman" panose="02020603050405020304" pitchFamily="18" charset="0"/>
              </a:rPr>
              <a:t>đem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phiếu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ghi</a:t>
            </a:r>
            <a:r>
              <a:rPr lang="en-US" sz="1800" b="0" i="0" u="none" strike="noStrike" dirty="0">
                <a:solidFill>
                  <a:srgbClr val="000000"/>
                </a:solidFill>
                <a:effectLst/>
                <a:latin typeface="Times New Roman" panose="02020603050405020304" pitchFamily="18" charset="0"/>
              </a:rPr>
              <a:t> order </a:t>
            </a:r>
            <a:r>
              <a:rPr lang="en-US" sz="1800" b="0" i="0" u="none" strike="noStrike" dirty="0" err="1">
                <a:solidFill>
                  <a:srgbClr val="000000"/>
                </a:solidFill>
                <a:effectLst/>
                <a:latin typeface="Times New Roman" panose="02020603050405020304" pitchFamily="18" charset="0"/>
              </a:rPr>
              <a:t>của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khách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đến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quầy</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ngân</a:t>
            </a:r>
            <a:endParaRPr lang="en-US" sz="1800" b="0" i="0" u="none" strike="noStrike" dirty="0">
              <a:solidFill>
                <a:srgbClr val="000000"/>
              </a:solidFill>
              <a:effectLst/>
              <a:latin typeface="Times New Roman" panose="02020603050405020304" pitchFamily="18" charset="0"/>
            </a:endParaRPr>
          </a:p>
          <a:p>
            <a:r>
              <a:rPr lang="en-US" sz="1800" b="0" i="0" u="none" strike="noStrike" dirty="0" err="1">
                <a:solidFill>
                  <a:srgbClr val="000000"/>
                </a:solidFill>
                <a:effectLst/>
                <a:latin typeface="Times New Roman" panose="02020603050405020304" pitchFamily="18" charset="0"/>
              </a:rPr>
              <a:t>Nhân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viên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nhập</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các</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món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khách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gọi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vào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phiếu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thanh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toán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trên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hệ</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thống</a:t>
            </a:r>
            <a:endParaRPr lang="en-US" dirty="0"/>
          </a:p>
        </p:txBody>
      </p:sp>
      <p:sp>
        <p:nvSpPr>
          <p:cNvPr id="3" name="Content Placeholder 2">
            <a:extLst>
              <a:ext uri="{FF2B5EF4-FFF2-40B4-BE49-F238E27FC236}">
                <a16:creationId xmlns:a16="http://schemas.microsoft.com/office/drawing/2014/main" id="{66A375A1-CFF3-1A86-4F7F-344F65CBD8D1}"/>
              </a:ext>
            </a:extLst>
          </p:cNvPr>
          <p:cNvSpPr>
            <a:spLocks noGrp="1"/>
          </p:cNvSpPr>
          <p:nvPr>
            <p:ph sz="half" idx="2"/>
          </p:nvPr>
        </p:nvSpPr>
        <p:spPr>
          <a:xfrm>
            <a:off x="6997072" y="2120900"/>
            <a:ext cx="3563389" cy="3748194"/>
          </a:xfrm>
        </p:spPr>
        <p:txBody>
          <a:bodyPr>
            <a:normAutofit/>
          </a:bodyPr>
          <a:lstStyle/>
          <a:p>
            <a:r>
              <a:rPr lang="vi-VN" sz="1800" b="0" i="0" u="none" strike="noStrike" dirty="0">
                <a:solidFill>
                  <a:srgbClr val="000000"/>
                </a:solidFill>
                <a:effectLst/>
                <a:latin typeface="Times New Roman" panose="02020603050405020304" pitchFamily="18" charset="0"/>
              </a:rPr>
              <a:t>Khi khách hàng yêu cầu thanh toán, NVKD sẽ in hoá đơn hiện có đưa NVPV đem tới bàn khách đang ngồi</a:t>
            </a:r>
            <a:endParaRPr lang="en-US" sz="1800" dirty="0">
              <a:solidFill>
                <a:srgbClr val="000000"/>
              </a:solidFill>
              <a:latin typeface="Times New Roman" panose="02020603050405020304" pitchFamily="18" charset="0"/>
            </a:endParaRPr>
          </a:p>
          <a:p>
            <a:r>
              <a:rPr lang="vi-VN" sz="1800" b="0" i="0" u="none" strike="noStrike" dirty="0">
                <a:solidFill>
                  <a:srgbClr val="000000"/>
                </a:solidFill>
                <a:effectLst/>
                <a:latin typeface="Times New Roman" panose="02020603050405020304" pitchFamily="18" charset="0"/>
              </a:rPr>
              <a:t>Sau khi thanh toán trả phí hoàn tất, NVTN lưu lại hoá đơn vào cơ sở dữ liệu.</a:t>
            </a:r>
            <a:endParaRPr lang="en-US" sz="1800" dirty="0">
              <a:solidFill>
                <a:srgbClr val="000000"/>
              </a:solidFill>
              <a:latin typeface="Times New Roman" panose="02020603050405020304" pitchFamily="18" charset="0"/>
            </a:endParaRPr>
          </a:p>
          <a:p>
            <a:endParaRPr lang="en-US" sz="1800" dirty="0">
              <a:solidFill>
                <a:srgbClr val="000000"/>
              </a:solidFill>
              <a:latin typeface="Times New Roman" panose="02020603050405020304" pitchFamily="18" charset="0"/>
            </a:endParaRPr>
          </a:p>
          <a:p>
            <a:r>
              <a:rPr lang="en-US" sz="2600" b="1" dirty="0" err="1"/>
              <a:t>Lưu</a:t>
            </a:r>
            <a:r>
              <a:rPr lang="en-US" sz="2600" b="1" dirty="0"/>
              <a:t> </a:t>
            </a:r>
            <a:r>
              <a:rPr lang="en-US" sz="2600" b="1" dirty="0" err="1"/>
              <a:t>hóa</a:t>
            </a:r>
            <a:r>
              <a:rPr lang="en-US" sz="2600" b="1" dirty="0"/>
              <a:t> </a:t>
            </a:r>
            <a:r>
              <a:rPr lang="en-US" sz="2600" b="1" dirty="0" err="1"/>
              <a:t>đơn</a:t>
            </a:r>
            <a:endParaRPr lang="en-US" sz="2600" b="1" dirty="0"/>
          </a:p>
        </p:txBody>
      </p:sp>
      <p:sp>
        <p:nvSpPr>
          <p:cNvPr id="4" name="Title 3">
            <a:extLst>
              <a:ext uri="{FF2B5EF4-FFF2-40B4-BE49-F238E27FC236}">
                <a16:creationId xmlns:a16="http://schemas.microsoft.com/office/drawing/2014/main" id="{B78F58F6-0EEA-5C75-E0EA-77A18A3116F9}"/>
              </a:ext>
            </a:extLst>
          </p:cNvPr>
          <p:cNvSpPr>
            <a:spLocks noGrp="1"/>
          </p:cNvSpPr>
          <p:nvPr>
            <p:ph type="title"/>
          </p:nvPr>
        </p:nvSpPr>
        <p:spPr/>
        <p:txBody>
          <a:bodyPr/>
          <a:lstStyle/>
          <a:p>
            <a:r>
              <a:rPr lang="en-US" dirty="0" err="1"/>
              <a:t>Quản</a:t>
            </a:r>
            <a:r>
              <a:rPr lang="en-US" dirty="0"/>
              <a:t> </a:t>
            </a:r>
            <a:r>
              <a:rPr lang="en-US" dirty="0" err="1"/>
              <a:t>lý</a:t>
            </a:r>
            <a:r>
              <a:rPr lang="en-US" dirty="0"/>
              <a:t> </a:t>
            </a:r>
            <a:r>
              <a:rPr lang="en-US" dirty="0" err="1"/>
              <a:t>hóa</a:t>
            </a:r>
            <a:r>
              <a:rPr lang="en-US" dirty="0"/>
              <a:t> </a:t>
            </a:r>
            <a:r>
              <a:rPr lang="en-US" dirty="0" err="1"/>
              <a:t>đơn</a:t>
            </a:r>
            <a:endParaRPr lang="en-US" dirty="0"/>
          </a:p>
        </p:txBody>
      </p:sp>
      <p:sp>
        <p:nvSpPr>
          <p:cNvPr id="5" name="Rounded Rectangle 4"/>
          <p:cNvSpPr/>
          <p:nvPr/>
        </p:nvSpPr>
        <p:spPr>
          <a:xfrm>
            <a:off x="1759786" y="1904822"/>
            <a:ext cx="4007624" cy="3391797"/>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685476" y="1867331"/>
            <a:ext cx="4019909" cy="3532805"/>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4407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65BD2C-77FB-BBF1-7319-F0444AEF96CB}"/>
              </a:ext>
            </a:extLst>
          </p:cNvPr>
          <p:cNvSpPr>
            <a:spLocks noGrp="1"/>
          </p:cNvSpPr>
          <p:nvPr>
            <p:ph type="title"/>
          </p:nvPr>
        </p:nvSpPr>
        <p:spPr/>
        <p:txBody>
          <a:bodyPr/>
          <a:lstStyle/>
          <a:p>
            <a:r>
              <a:rPr lang="en-US" dirty="0" err="1"/>
              <a:t>Quản</a:t>
            </a:r>
            <a:r>
              <a:rPr lang="en-US" dirty="0"/>
              <a:t> </a:t>
            </a:r>
            <a:r>
              <a:rPr lang="en-US" dirty="0" err="1"/>
              <a:t>lý</a:t>
            </a:r>
            <a:r>
              <a:rPr lang="en-US" dirty="0"/>
              <a:t> </a:t>
            </a:r>
            <a:r>
              <a:rPr lang="en-US" dirty="0" err="1"/>
              <a:t>lịch</a:t>
            </a:r>
            <a:r>
              <a:rPr lang="en-US" dirty="0"/>
              <a:t> </a:t>
            </a:r>
            <a:r>
              <a:rPr lang="en-US" dirty="0" err="1"/>
              <a:t>làm</a:t>
            </a:r>
            <a:endParaRPr lang="en-US" dirty="0"/>
          </a:p>
        </p:txBody>
      </p:sp>
      <p:sp>
        <p:nvSpPr>
          <p:cNvPr id="2" name="TextBox 1">
            <a:extLst>
              <a:ext uri="{FF2B5EF4-FFF2-40B4-BE49-F238E27FC236}">
                <a16:creationId xmlns:a16="http://schemas.microsoft.com/office/drawing/2014/main" id="{CB99A45A-1FAF-D1AC-F066-745BB317A4C1}"/>
              </a:ext>
            </a:extLst>
          </p:cNvPr>
          <p:cNvSpPr txBox="1"/>
          <p:nvPr/>
        </p:nvSpPr>
        <p:spPr>
          <a:xfrm>
            <a:off x="1097280" y="2962490"/>
            <a:ext cx="3554361" cy="2031325"/>
          </a:xfrm>
          <a:prstGeom prst="rect">
            <a:avLst/>
          </a:prstGeom>
          <a:noFill/>
        </p:spPr>
        <p:txBody>
          <a:bodyPr wrap="square" rtlCol="0">
            <a:spAutoFit/>
          </a:bodyPr>
          <a:lstStyle/>
          <a:p>
            <a:pPr algn="just"/>
            <a:r>
              <a:rPr lang="vi-VN" sz="1800" b="0" i="0" u="none" strike="noStrike" dirty="0">
                <a:solidFill>
                  <a:srgbClr val="000000"/>
                </a:solidFill>
                <a:effectLst/>
                <a:latin typeface="Times New Roman" panose="02020603050405020304" pitchFamily="18" charset="0"/>
              </a:rPr>
              <a:t>Quản lý(QL) đăng nhập vào hệ thống với quyền QL. Xem xét, sắp xếp các ca làm từng ngày. Nếu có ca làm nào thiếu nhân viên, QL sẽ liên hệ các NV khác để bổ sung cho đủ mức tối thiểu số lượng NV cần có để hoạt động bình thường.</a:t>
            </a:r>
            <a:endParaRPr lang="en-US" dirty="0"/>
          </a:p>
        </p:txBody>
      </p:sp>
      <p:sp>
        <p:nvSpPr>
          <p:cNvPr id="3" name="Oval 2"/>
          <p:cNvSpPr/>
          <p:nvPr/>
        </p:nvSpPr>
        <p:spPr>
          <a:xfrm>
            <a:off x="5821680" y="529412"/>
            <a:ext cx="5793377" cy="5795188"/>
          </a:xfrm>
          <a:prstGeom prst="ellipse">
            <a:avLst/>
          </a:prstGeom>
          <a:blipFill dpi="0" rotWithShape="1">
            <a:blip r:embed="rId2">
              <a:duotone>
                <a:prstClr val="black"/>
                <a:schemeClr val="accent6">
                  <a:tint val="45000"/>
                  <a:satMod val="400000"/>
                </a:schemeClr>
              </a:duotone>
            </a:blip>
            <a:srcRect/>
            <a:stretch>
              <a:fillRect l="-17817" t="256" r="-32150" b="-20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9185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descr="SmartArt graphic of Linear Venn">
            <a:extLst>
              <a:ext uri="{FF2B5EF4-FFF2-40B4-BE49-F238E27FC236}">
                <a16:creationId xmlns:a16="http://schemas.microsoft.com/office/drawing/2014/main" id="{2A1099A9-7898-E54F-BE1A-0E468D8CEA8B}"/>
              </a:ext>
            </a:extLst>
          </p:cNvPr>
          <p:cNvGraphicFramePr>
            <a:graphicFrameLocks noGrp="1"/>
          </p:cNvGraphicFramePr>
          <p:nvPr>
            <p:ph idx="1"/>
            <p:extLst>
              <p:ext uri="{D42A27DB-BD31-4B8C-83A1-F6EECF244321}">
                <p14:modId xmlns:p14="http://schemas.microsoft.com/office/powerpoint/2010/main" val="2246140055"/>
              </p:ext>
            </p:extLst>
          </p:nvPr>
        </p:nvGraphicFramePr>
        <p:xfrm>
          <a:off x="499035" y="2831670"/>
          <a:ext cx="5137582" cy="15216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6F4E94C0-0A51-6C41-B1ED-E95AC84C23D7}"/>
              </a:ext>
            </a:extLst>
          </p:cNvPr>
          <p:cNvSpPr>
            <a:spLocks noGrp="1"/>
          </p:cNvSpPr>
          <p:nvPr>
            <p:ph type="title"/>
          </p:nvPr>
        </p:nvSpPr>
        <p:spPr/>
        <p:txBody>
          <a:bodyPr/>
          <a:lstStyle/>
          <a:p>
            <a:r>
              <a:rPr lang="en-US" dirty="0" err="1">
                <a:sym typeface="Bodoni SvtyTwo ITC TT-Book"/>
              </a:rPr>
              <a:t>Quản</a:t>
            </a:r>
            <a:r>
              <a:rPr lang="en-US" dirty="0">
                <a:sym typeface="Bodoni SvtyTwo ITC TT-Book"/>
              </a:rPr>
              <a:t> </a:t>
            </a:r>
            <a:r>
              <a:rPr lang="en-US" dirty="0" err="1">
                <a:sym typeface="Bodoni SvtyTwo ITC TT-Book"/>
              </a:rPr>
              <a:t>lý</a:t>
            </a:r>
            <a:r>
              <a:rPr lang="en-US" dirty="0">
                <a:sym typeface="Bodoni SvtyTwo ITC TT-Book"/>
              </a:rPr>
              <a:t> </a:t>
            </a:r>
            <a:r>
              <a:rPr lang="en-US" dirty="0" err="1">
                <a:sym typeface="Bodoni SvtyTwo ITC TT-Book"/>
              </a:rPr>
              <a:t>món</a:t>
            </a:r>
            <a:r>
              <a:rPr lang="en-US" dirty="0">
                <a:sym typeface="Bodoni SvtyTwo ITC TT-Book"/>
              </a:rPr>
              <a:t> </a:t>
            </a:r>
            <a:r>
              <a:rPr lang="en-US" dirty="0" err="1">
                <a:sym typeface="Bodoni SvtyTwo ITC TT-Book"/>
              </a:rPr>
              <a:t>ăn</a:t>
            </a:r>
            <a:endParaRPr lang="en-US" dirty="0"/>
          </a:p>
        </p:txBody>
      </p:sp>
      <p:sp>
        <p:nvSpPr>
          <p:cNvPr id="3" name="TextBox 2">
            <a:extLst>
              <a:ext uri="{FF2B5EF4-FFF2-40B4-BE49-F238E27FC236}">
                <a16:creationId xmlns:a16="http://schemas.microsoft.com/office/drawing/2014/main" id="{1D6EEC95-231C-730E-050A-0B383E101BF4}"/>
              </a:ext>
            </a:extLst>
          </p:cNvPr>
          <p:cNvSpPr txBox="1"/>
          <p:nvPr/>
        </p:nvSpPr>
        <p:spPr>
          <a:xfrm>
            <a:off x="6579915" y="2278084"/>
            <a:ext cx="3477491" cy="3139321"/>
          </a:xfrm>
          <a:prstGeom prst="rect">
            <a:avLst/>
          </a:prstGeom>
          <a:noFill/>
        </p:spPr>
        <p:txBody>
          <a:bodyPr wrap="square" rtlCol="0">
            <a:spAutoFit/>
          </a:bodyPr>
          <a:lstStyle/>
          <a:p>
            <a:pPr algn="just" rtl="0" fontAlgn="base">
              <a:spcBef>
                <a:spcPts val="0"/>
              </a:spcBef>
              <a:spcAft>
                <a:spcPts val="0"/>
              </a:spcAft>
              <a:buFont typeface="Arial" panose="020B0604020202020204" pitchFamily="34" charset="0"/>
              <a:buChar char="•"/>
            </a:pPr>
            <a:r>
              <a:rPr lang="en-US" sz="1800" b="1" i="0" u="none" strike="noStrike" dirty="0" err="1">
                <a:solidFill>
                  <a:srgbClr val="000000"/>
                </a:solidFill>
                <a:effectLst/>
                <a:latin typeface="Times New Roman" panose="02020603050405020304" pitchFamily="18" charset="0"/>
              </a:rPr>
              <a:t>Thêm</a:t>
            </a:r>
            <a:r>
              <a:rPr lang="en-US" sz="1800" b="1" i="0" u="none" strike="noStrike" dirty="0">
                <a:solidFill>
                  <a:srgbClr val="000000"/>
                </a:solidFill>
                <a:effectLst/>
                <a:latin typeface="Times New Roman" panose="02020603050405020304" pitchFamily="18" charset="0"/>
              </a:rPr>
              <a:t> </a:t>
            </a:r>
            <a:r>
              <a:rPr lang="en-US" sz="1800" b="1" i="0" u="none" strike="noStrike" dirty="0" err="1">
                <a:solidFill>
                  <a:srgbClr val="000000"/>
                </a:solidFill>
                <a:effectLst/>
                <a:latin typeface="Times New Roman" panose="02020603050405020304" pitchFamily="18" charset="0"/>
              </a:rPr>
              <a:t>món</a:t>
            </a:r>
            <a:r>
              <a:rPr lang="en-US" sz="1800" b="1" i="0" u="none" strike="noStrike" dirty="0">
                <a:solidFill>
                  <a:srgbClr val="000000"/>
                </a:solidFill>
                <a:effectLst/>
                <a:latin typeface="Times New Roman" panose="02020603050405020304" pitchFamily="18" charset="0"/>
              </a:rPr>
              <a:t> </a:t>
            </a:r>
            <a:r>
              <a:rPr lang="en-US" sz="1800" b="1" i="0" u="none" strike="noStrike" dirty="0" err="1">
                <a:solidFill>
                  <a:srgbClr val="000000"/>
                </a:solidFill>
                <a:effectLst/>
                <a:latin typeface="Times New Roman" panose="02020603050405020304" pitchFamily="18" charset="0"/>
              </a:rPr>
              <a:t>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lý</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nhập</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đầy</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đủ</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thông</a:t>
            </a:r>
            <a:r>
              <a:rPr lang="en-US" sz="1800" b="0" i="0" u="none" strike="noStrike" dirty="0">
                <a:solidFill>
                  <a:srgbClr val="000000"/>
                </a:solidFill>
                <a:effectLst/>
                <a:latin typeface="Times New Roman" panose="02020603050405020304" pitchFamily="18" charset="0"/>
              </a:rPr>
              <a:t> tin </a:t>
            </a:r>
            <a:r>
              <a:rPr lang="en-US" sz="1800" b="0" i="0" u="none" strike="noStrike" dirty="0" err="1" smtClean="0">
                <a:solidFill>
                  <a:srgbClr val="000000"/>
                </a:solidFill>
                <a:effectLst/>
                <a:latin typeface="Times New Roman" panose="02020603050405020304" pitchFamily="18" charset="0"/>
              </a:rPr>
              <a:t>món</a:t>
            </a:r>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bấm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thêm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món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ăn</a:t>
            </a:r>
            <a:r>
              <a:rPr lang="en-US" sz="1800" b="0" i="0" u="none" strike="noStrike" dirty="0" smtClean="0">
                <a:solidFill>
                  <a:srgbClr val="000000"/>
                </a:solidFill>
                <a:effectLst/>
                <a:latin typeface="Times New Roman" panose="02020603050405020304" pitchFamily="18" charset="0"/>
              </a:rPr>
              <a:t>.</a:t>
            </a:r>
          </a:p>
          <a:p>
            <a:pPr algn="just" rtl="0" fontAlgn="base">
              <a:spcBef>
                <a:spcPts val="0"/>
              </a:spcBef>
              <a:spcAft>
                <a:spcPts val="0"/>
              </a:spcAft>
            </a:pPr>
            <a:endParaRPr lang="en-US" sz="1800" b="0" i="0" u="none" strike="noStrike" dirty="0">
              <a:solidFill>
                <a:srgbClr val="000000"/>
              </a:solidFill>
              <a:effectLst/>
              <a:latin typeface="Times New Roman" panose="02020603050405020304" pitchFamily="18" charset="0"/>
            </a:endParaRPr>
          </a:p>
          <a:p>
            <a:pPr algn="just" rtl="0" fontAlgn="base">
              <a:spcBef>
                <a:spcPts val="0"/>
              </a:spcBef>
              <a:spcAft>
                <a:spcPts val="0"/>
              </a:spcAft>
              <a:buFont typeface="Arial" panose="020B0604020202020204" pitchFamily="34" charset="0"/>
              <a:buChar char="•"/>
            </a:pPr>
            <a:r>
              <a:rPr lang="en-US" sz="1800" b="1" i="0" u="none" strike="noStrike" dirty="0" err="1">
                <a:solidFill>
                  <a:srgbClr val="000000"/>
                </a:solidFill>
                <a:effectLst/>
                <a:latin typeface="Times New Roman" panose="02020603050405020304" pitchFamily="18" charset="0"/>
              </a:rPr>
              <a:t>Xoá</a:t>
            </a:r>
            <a:r>
              <a:rPr lang="en-US" sz="1800" b="1" i="0" u="none" strike="noStrike" dirty="0">
                <a:solidFill>
                  <a:srgbClr val="000000"/>
                </a:solidFill>
                <a:effectLst/>
                <a:latin typeface="Times New Roman" panose="02020603050405020304" pitchFamily="18" charset="0"/>
              </a:rPr>
              <a:t> </a:t>
            </a:r>
            <a:r>
              <a:rPr lang="en-US" sz="1800" b="1" i="0" u="none" strike="noStrike" dirty="0" err="1">
                <a:solidFill>
                  <a:srgbClr val="000000"/>
                </a:solidFill>
                <a:effectLst/>
                <a:latin typeface="Times New Roman" panose="02020603050405020304" pitchFamily="18" charset="0"/>
              </a:rPr>
              <a:t>món</a:t>
            </a:r>
            <a:r>
              <a:rPr lang="en-US" sz="1800" b="1" i="0" u="none" strike="noStrike" dirty="0">
                <a:solidFill>
                  <a:srgbClr val="000000"/>
                </a:solidFill>
                <a:effectLst/>
                <a:latin typeface="Times New Roman" panose="02020603050405020304" pitchFamily="18" charset="0"/>
              </a:rPr>
              <a:t> </a:t>
            </a:r>
            <a:r>
              <a:rPr lang="en-US" sz="1800" b="1" i="0" u="none" strike="noStrike" dirty="0" err="1">
                <a:solidFill>
                  <a:srgbClr val="000000"/>
                </a:solidFill>
                <a:effectLst/>
                <a:latin typeface="Times New Roman" panose="02020603050405020304" pitchFamily="18" charset="0"/>
              </a:rPr>
              <a:t>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lý</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chọn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món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cần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xóa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bấm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xóa</a:t>
            </a:r>
            <a:r>
              <a:rPr lang="en-US" sz="1800" b="0" i="0" u="none" strike="noStrike" dirty="0" smtClean="0">
                <a:solidFill>
                  <a:srgbClr val="000000"/>
                </a:solidFill>
                <a:effectLst/>
                <a:latin typeface="Times New Roman" panose="02020603050405020304" pitchFamily="18" charset="0"/>
              </a:rPr>
              <a:t>.</a:t>
            </a:r>
          </a:p>
          <a:p>
            <a:pPr algn="just" rtl="0" fontAlgn="base">
              <a:spcBef>
                <a:spcPts val="0"/>
              </a:spcBef>
              <a:spcAft>
                <a:spcPts val="0"/>
              </a:spcAft>
            </a:pPr>
            <a:endParaRPr lang="en-US" sz="1800" b="0" i="0" u="none" strike="noStrike" dirty="0">
              <a:solidFill>
                <a:srgbClr val="000000"/>
              </a:solidFill>
              <a:effectLst/>
              <a:latin typeface="Times New Roman" panose="02020603050405020304" pitchFamily="18" charset="0"/>
            </a:endParaRPr>
          </a:p>
          <a:p>
            <a:pPr algn="just" rtl="0" fontAlgn="base">
              <a:spcBef>
                <a:spcPts val="0"/>
              </a:spcBef>
              <a:spcAft>
                <a:spcPts val="0"/>
              </a:spcAft>
              <a:buFont typeface="Arial" panose="020B0604020202020204" pitchFamily="34" charset="0"/>
              <a:buChar char="•"/>
            </a:pPr>
            <a:r>
              <a:rPr lang="en-US" sz="1800" b="1" i="0" u="none" strike="noStrike" dirty="0" err="1">
                <a:solidFill>
                  <a:srgbClr val="000000"/>
                </a:solidFill>
                <a:effectLst/>
                <a:latin typeface="Times New Roman" panose="02020603050405020304" pitchFamily="18" charset="0"/>
              </a:rPr>
              <a:t>Sửa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lý</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chọn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sửa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món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sửa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đổi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thông</a:t>
            </a:r>
            <a:r>
              <a:rPr lang="en-US" sz="1800" b="0" i="0" u="none" strike="noStrike" dirty="0">
                <a:solidFill>
                  <a:srgbClr val="000000"/>
                </a:solidFill>
                <a:effectLst/>
                <a:latin typeface="Times New Roman" panose="02020603050405020304" pitchFamily="18" charset="0"/>
              </a:rPr>
              <a:t> tin </a:t>
            </a:r>
            <a:r>
              <a:rPr lang="en-US" sz="1800" b="0" i="0" u="none" strike="noStrike" dirty="0" err="1">
                <a:solidFill>
                  <a:srgbClr val="000000"/>
                </a:solidFill>
                <a:effectLst/>
                <a:latin typeface="Times New Roman" panose="02020603050405020304" pitchFamily="18" charset="0"/>
              </a:rPr>
              <a:t>món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theo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cầu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bấm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cập</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nhật</a:t>
            </a:r>
            <a:endParaRPr lang="en-US" sz="1800" b="0" i="0" u="none" strike="noStrike" dirty="0">
              <a:solidFill>
                <a:srgbClr val="000000"/>
              </a:solidFill>
              <a:effectLst/>
              <a:latin typeface="Times New Roman" panose="02020603050405020304" pitchFamily="18" charset="0"/>
            </a:endParaRPr>
          </a:p>
          <a:p>
            <a:endParaRPr lang="en-US" dirty="0"/>
          </a:p>
        </p:txBody>
      </p:sp>
      <p:cxnSp>
        <p:nvCxnSpPr>
          <p:cNvPr id="13" name="Straight Connector 12"/>
          <p:cNvCxnSpPr/>
          <p:nvPr/>
        </p:nvCxnSpPr>
        <p:spPr>
          <a:xfrm flipH="1">
            <a:off x="1872336" y="2514399"/>
            <a:ext cx="10886" cy="317271"/>
          </a:xfrm>
          <a:prstGeom prst="line">
            <a:avLst/>
          </a:prstGeom>
          <a:ln w="38100">
            <a:solidFill>
              <a:srgbClr val="8AF3E7"/>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1872336" y="2514399"/>
            <a:ext cx="4696693" cy="0"/>
          </a:xfrm>
          <a:prstGeom prst="line">
            <a:avLst/>
          </a:prstGeom>
          <a:ln w="38100">
            <a:solidFill>
              <a:srgbClr val="8AF3E7"/>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5029194" y="3592515"/>
            <a:ext cx="1550721" cy="0"/>
          </a:xfrm>
          <a:prstGeom prst="line">
            <a:avLst/>
          </a:prstGeom>
          <a:ln w="38100">
            <a:solidFill>
              <a:srgbClr val="FCF098"/>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3067826" y="4353360"/>
            <a:ext cx="10886" cy="317271"/>
          </a:xfrm>
          <a:prstGeom prst="line">
            <a:avLst/>
          </a:prstGeom>
          <a:ln w="38100">
            <a:solidFill>
              <a:srgbClr val="B0EB9A"/>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3067827" y="4670631"/>
            <a:ext cx="3501202" cy="0"/>
          </a:xfrm>
          <a:prstGeom prst="line">
            <a:avLst/>
          </a:prstGeom>
          <a:ln w="38100">
            <a:solidFill>
              <a:srgbClr val="B0EB9A"/>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10057406" y="2514399"/>
            <a:ext cx="1153886" cy="6235"/>
          </a:xfrm>
          <a:prstGeom prst="line">
            <a:avLst/>
          </a:prstGeom>
          <a:ln w="38100">
            <a:solidFill>
              <a:srgbClr val="8AF3E7"/>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flipV="1">
            <a:off x="10057406" y="3564894"/>
            <a:ext cx="1153885" cy="13111"/>
          </a:xfrm>
          <a:prstGeom prst="line">
            <a:avLst/>
          </a:prstGeom>
          <a:ln w="38100">
            <a:solidFill>
              <a:srgbClr val="FCF098"/>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10057406" y="4617323"/>
            <a:ext cx="1164771" cy="0"/>
          </a:xfrm>
          <a:prstGeom prst="line">
            <a:avLst/>
          </a:prstGeom>
          <a:ln w="38100">
            <a:solidFill>
              <a:srgbClr val="B0EB9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459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4F1BF-5FB0-56BB-E2C3-1C58A3463DD8}"/>
              </a:ext>
            </a:extLst>
          </p:cNvPr>
          <p:cNvSpPr>
            <a:spLocks noGrp="1"/>
          </p:cNvSpPr>
          <p:nvPr>
            <p:ph idx="1"/>
          </p:nvPr>
        </p:nvSpPr>
        <p:spPr>
          <a:xfrm>
            <a:off x="2267000" y="2241799"/>
            <a:ext cx="3959629" cy="3760891"/>
          </a:xfrm>
        </p:spPr>
        <p:txBody>
          <a:bodyPr/>
          <a:lstStyle/>
          <a:p>
            <a:pPr fontAlgn="base">
              <a:spcBef>
                <a:spcPts val="0"/>
              </a:spcBef>
              <a:spcAft>
                <a:spcPts val="0"/>
              </a:spcAft>
              <a:buFont typeface="Arial" panose="020B0604020202020204" pitchFamily="34" charset="0"/>
              <a:buChar char="•"/>
            </a:pPr>
            <a:r>
              <a:rPr lang="en-US" sz="1800" dirty="0" err="1">
                <a:solidFill>
                  <a:srgbClr val="000000"/>
                </a:solidFill>
                <a:latin typeface="Times" panose="02020603050405020304" pitchFamily="18" charset="0"/>
              </a:rPr>
              <a:t>Sửa</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Quản</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lý</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chọn</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sửa</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nhân</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viên</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sửa</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đổi</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thông</a:t>
            </a:r>
            <a:r>
              <a:rPr lang="en-US" sz="1800" dirty="0">
                <a:solidFill>
                  <a:srgbClr val="000000"/>
                </a:solidFill>
                <a:latin typeface="Times" panose="02020603050405020304" pitchFamily="18" charset="0"/>
              </a:rPr>
              <a:t> tin </a:t>
            </a:r>
            <a:r>
              <a:rPr lang="en-US" sz="1800" dirty="0" err="1">
                <a:solidFill>
                  <a:srgbClr val="000000"/>
                </a:solidFill>
                <a:latin typeface="Times" panose="02020603050405020304" pitchFamily="18" charset="0"/>
              </a:rPr>
              <a:t>nhân</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viên</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theo</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nhu</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cầu</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và</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bấm</a:t>
            </a:r>
            <a:r>
              <a:rPr lang="en-US" sz="1800" dirty="0">
                <a:solidFill>
                  <a:srgbClr val="000000"/>
                </a:solidFill>
                <a:latin typeface="Times" panose="02020603050405020304" pitchFamily="18" charset="0"/>
              </a:rPr>
              <a:t> </a:t>
            </a:r>
            <a:r>
              <a:rPr lang="en-US" sz="1800" dirty="0" err="1">
                <a:solidFill>
                  <a:srgbClr val="000000"/>
                </a:solidFill>
                <a:latin typeface="Times" panose="02020603050405020304" pitchFamily="18" charset="0"/>
              </a:rPr>
              <a:t>cập</a:t>
            </a:r>
            <a:r>
              <a:rPr lang="en-US" sz="1800" dirty="0">
                <a:solidFill>
                  <a:srgbClr val="000000"/>
                </a:solidFill>
                <a:latin typeface="Times" panose="02020603050405020304" pitchFamily="18" charset="0"/>
              </a:rPr>
              <a:t> </a:t>
            </a:r>
            <a:r>
              <a:rPr lang="en-US" sz="1800" dirty="0" err="1" smtClean="0">
                <a:solidFill>
                  <a:srgbClr val="000000"/>
                </a:solidFill>
                <a:latin typeface="Times" panose="02020603050405020304" pitchFamily="18" charset="0"/>
              </a:rPr>
              <a:t>nhật</a:t>
            </a:r>
            <a:endParaRPr lang="en-US" sz="1800" dirty="0" smtClean="0">
              <a:solidFill>
                <a:srgbClr val="000000"/>
              </a:solidFill>
              <a:latin typeface="Times" panose="02020603050405020304" pitchFamily="18" charset="0"/>
            </a:endParaRPr>
          </a:p>
          <a:p>
            <a:pPr fontAlgn="base">
              <a:spcBef>
                <a:spcPts val="0"/>
              </a:spcBef>
              <a:spcAft>
                <a:spcPts val="0"/>
              </a:spcAft>
              <a:buFont typeface="Arial" panose="020B0604020202020204" pitchFamily="34" charset="0"/>
              <a:buChar char="•"/>
            </a:pPr>
            <a:endParaRPr lang="en-US" sz="1800" dirty="0">
              <a:solidFill>
                <a:srgbClr val="000000"/>
              </a:solidFill>
              <a:latin typeface="Times" panose="02020603050405020304" pitchFamily="18" charset="0"/>
            </a:endParaRPr>
          </a:p>
          <a:p>
            <a:pPr rtl="0" fontAlgn="base">
              <a:spcBef>
                <a:spcPts val="0"/>
              </a:spcBef>
              <a:spcAft>
                <a:spcPts val="0"/>
              </a:spcAft>
              <a:buFont typeface="Arial" panose="020B0604020202020204" pitchFamily="34" charset="0"/>
              <a:buChar char="•"/>
            </a:pPr>
            <a:r>
              <a:rPr lang="en-US" sz="1800" b="0" i="0" u="none" strike="noStrike" dirty="0" err="1" smtClean="0">
                <a:solidFill>
                  <a:srgbClr val="001A33"/>
                </a:solidFill>
                <a:effectLst/>
                <a:latin typeface="Times New Roman" panose="02020603050405020304" pitchFamily="18" charset="0"/>
              </a:rPr>
              <a:t>Thêm</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nhân</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viên</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Quản</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lý</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nhập</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đầy</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đủ</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thông</a:t>
            </a:r>
            <a:r>
              <a:rPr lang="en-US" sz="1800" b="0" i="0" u="none" strike="noStrike" dirty="0" smtClean="0">
                <a:solidFill>
                  <a:srgbClr val="001A33"/>
                </a:solidFill>
                <a:effectLst/>
                <a:latin typeface="Times New Roman" panose="02020603050405020304" pitchFamily="18" charset="0"/>
              </a:rPr>
              <a:t> tin </a:t>
            </a:r>
            <a:r>
              <a:rPr lang="en-US" sz="1800" b="0" i="0" u="none" strike="noStrike" dirty="0" err="1" smtClean="0">
                <a:solidFill>
                  <a:srgbClr val="001A33"/>
                </a:solidFill>
                <a:effectLst/>
                <a:latin typeface="Times New Roman" panose="02020603050405020304" pitchFamily="18" charset="0"/>
              </a:rPr>
              <a:t>nhân</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viên</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và</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bấm</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thêm</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nhân</a:t>
            </a:r>
            <a:r>
              <a:rPr lang="en-US" sz="1800" b="0" i="0" u="none" strike="noStrike" dirty="0" smtClean="0">
                <a:solidFill>
                  <a:srgbClr val="001A33"/>
                </a:solidFill>
                <a:effectLst/>
                <a:latin typeface="Times New Roman" panose="02020603050405020304" pitchFamily="18" charset="0"/>
              </a:rPr>
              <a:t> </a:t>
            </a:r>
            <a:r>
              <a:rPr lang="en-US" sz="1800" b="0" i="0" u="none" strike="noStrike" dirty="0" err="1" smtClean="0">
                <a:solidFill>
                  <a:srgbClr val="001A33"/>
                </a:solidFill>
                <a:effectLst/>
                <a:latin typeface="Times New Roman" panose="02020603050405020304" pitchFamily="18" charset="0"/>
              </a:rPr>
              <a:t>viên</a:t>
            </a:r>
            <a:r>
              <a:rPr lang="en-US" sz="1800" b="0" i="0" u="none" strike="noStrike" dirty="0" smtClean="0">
                <a:solidFill>
                  <a:srgbClr val="001A33"/>
                </a:solidFill>
                <a:effectLst/>
                <a:latin typeface="Times New Roman" panose="02020603050405020304" pitchFamily="18" charset="0"/>
              </a:rPr>
              <a:t>.</a:t>
            </a:r>
            <a:endParaRPr lang="en-US" sz="1800" b="0" i="0" u="none" strike="noStrike" dirty="0">
              <a:solidFill>
                <a:srgbClr val="000000"/>
              </a:solidFill>
              <a:effectLst/>
              <a:latin typeface="Times" panose="02020603050405020304" pitchFamily="18" charset="0"/>
            </a:endParaRPr>
          </a:p>
          <a:p>
            <a:pPr fontAlgn="base">
              <a:spcBef>
                <a:spcPts val="0"/>
              </a:spcBef>
              <a:spcAft>
                <a:spcPts val="0"/>
              </a:spcAft>
              <a:buFont typeface="Arial" panose="020B0604020202020204" pitchFamily="34" charset="0"/>
              <a:buChar char="•"/>
            </a:pPr>
            <a:endParaRPr lang="en-US" dirty="0">
              <a:solidFill>
                <a:srgbClr val="000000"/>
              </a:solidFill>
              <a:latin typeface="Times New Roman" panose="02020603050405020304" pitchFamily="18" charset="0"/>
            </a:endParaRPr>
          </a:p>
          <a:p>
            <a:pPr fontAlgn="base">
              <a:spcBef>
                <a:spcPts val="0"/>
              </a:spcBef>
              <a:spcAft>
                <a:spcPts val="800"/>
              </a:spcAft>
              <a:buFont typeface="Arial" panose="020B0604020202020204" pitchFamily="34" charset="0"/>
              <a:buChar char="•"/>
            </a:pPr>
            <a:r>
              <a:rPr lang="en-US" dirty="0" err="1">
                <a:solidFill>
                  <a:srgbClr val="000000"/>
                </a:solidFill>
                <a:latin typeface="Times" panose="02020603050405020304" pitchFamily="18" charset="0"/>
              </a:rPr>
              <a:t>Xóa</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nhân</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viên</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Quản</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lý</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chọn</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nhân</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viên</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cần</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xoá</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và</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bấm</a:t>
            </a:r>
            <a:r>
              <a:rPr lang="en-US" dirty="0">
                <a:solidFill>
                  <a:srgbClr val="000000"/>
                </a:solidFill>
                <a:latin typeface="Times" panose="02020603050405020304" pitchFamily="18" charset="0"/>
              </a:rPr>
              <a:t> </a:t>
            </a:r>
            <a:r>
              <a:rPr lang="en-US" dirty="0" err="1">
                <a:solidFill>
                  <a:srgbClr val="000000"/>
                </a:solidFill>
                <a:latin typeface="Times" panose="02020603050405020304" pitchFamily="18" charset="0"/>
              </a:rPr>
              <a:t>xoá</a:t>
            </a:r>
            <a:endParaRPr lang="en-US" dirty="0">
              <a:solidFill>
                <a:srgbClr val="000000"/>
              </a:solidFill>
              <a:latin typeface="Times" panose="02020603050405020304" pitchFamily="18" charset="0"/>
            </a:endParaRPr>
          </a:p>
          <a:p>
            <a:pPr marL="0" indent="0">
              <a:buNone/>
            </a:pPr>
            <a:endParaRPr lang="en-US" dirty="0"/>
          </a:p>
        </p:txBody>
      </p:sp>
      <p:sp>
        <p:nvSpPr>
          <p:cNvPr id="3" name="Title 2">
            <a:extLst>
              <a:ext uri="{FF2B5EF4-FFF2-40B4-BE49-F238E27FC236}">
                <a16:creationId xmlns:a16="http://schemas.microsoft.com/office/drawing/2014/main" id="{700DA6A1-4A44-E2CC-2A6A-34B1B0BA60AA}"/>
              </a:ext>
            </a:extLst>
          </p:cNvPr>
          <p:cNvSpPr>
            <a:spLocks noGrp="1"/>
          </p:cNvSpPr>
          <p:nvPr>
            <p:ph type="title"/>
          </p:nvPr>
        </p:nvSpPr>
        <p:spPr/>
        <p:txBody>
          <a:bodyPr/>
          <a:lstStyle/>
          <a:p>
            <a:r>
              <a:rPr lang="en-US" dirty="0" err="1"/>
              <a:t>Quản</a:t>
            </a:r>
            <a:r>
              <a:rPr lang="en-US" dirty="0"/>
              <a:t> </a:t>
            </a:r>
            <a:r>
              <a:rPr lang="en-US" dirty="0" err="1"/>
              <a:t>lý</a:t>
            </a:r>
            <a:r>
              <a:rPr lang="en-US" dirty="0"/>
              <a:t> </a:t>
            </a:r>
            <a:r>
              <a:rPr lang="en-US" dirty="0" err="1"/>
              <a:t>nhân</a:t>
            </a:r>
            <a:r>
              <a:rPr lang="en-US" dirty="0"/>
              <a:t> </a:t>
            </a:r>
            <a:r>
              <a:rPr lang="en-US" dirty="0" err="1"/>
              <a:t>viên</a:t>
            </a:r>
            <a:endParaRPr lang="en-US" dirty="0"/>
          </a:p>
        </p:txBody>
      </p:sp>
      <p:graphicFrame>
        <p:nvGraphicFramePr>
          <p:cNvPr id="7" name="Content Placeholder 2" descr="SmartArt graphic of Linear Venn">
            <a:extLst>
              <a:ext uri="{FF2B5EF4-FFF2-40B4-BE49-F238E27FC236}">
                <a16:creationId xmlns:a16="http://schemas.microsoft.com/office/drawing/2014/main" id="{C8BC2239-6078-A4C0-3B57-EFA4CF170BFD}"/>
              </a:ext>
            </a:extLst>
          </p:cNvPr>
          <p:cNvGraphicFramePr>
            <a:graphicFrameLocks/>
          </p:cNvGraphicFramePr>
          <p:nvPr>
            <p:extLst>
              <p:ext uri="{D42A27DB-BD31-4B8C-83A1-F6EECF244321}">
                <p14:modId xmlns:p14="http://schemas.microsoft.com/office/powerpoint/2010/main" val="2150010759"/>
              </p:ext>
            </p:extLst>
          </p:nvPr>
        </p:nvGraphicFramePr>
        <p:xfrm>
          <a:off x="6814696" y="2888480"/>
          <a:ext cx="5137582" cy="15216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Connector 4"/>
          <p:cNvCxnSpPr/>
          <p:nvPr/>
        </p:nvCxnSpPr>
        <p:spPr>
          <a:xfrm flipH="1" flipV="1">
            <a:off x="6085122" y="3638540"/>
            <a:ext cx="1328057" cy="10785"/>
          </a:xfrm>
          <a:prstGeom prst="line">
            <a:avLst/>
          </a:prstGeom>
          <a:ln w="38100">
            <a:solidFill>
              <a:srgbClr val="8AF3E7"/>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6226629" y="4772506"/>
            <a:ext cx="4419608" cy="0"/>
          </a:xfrm>
          <a:prstGeom prst="line">
            <a:avLst/>
          </a:prstGeom>
          <a:ln w="38100">
            <a:solidFill>
              <a:srgbClr val="FCF098"/>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311777" y="2525486"/>
            <a:ext cx="3071710" cy="659"/>
          </a:xfrm>
          <a:prstGeom prst="line">
            <a:avLst/>
          </a:prstGeom>
          <a:ln w="38100">
            <a:solidFill>
              <a:srgbClr val="B0EB9A"/>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7" idx="0"/>
          </p:cNvCxnSpPr>
          <p:nvPr/>
        </p:nvCxnSpPr>
        <p:spPr>
          <a:xfrm flipV="1">
            <a:off x="9383487" y="2525486"/>
            <a:ext cx="0" cy="362994"/>
          </a:xfrm>
          <a:prstGeom prst="line">
            <a:avLst/>
          </a:prstGeom>
          <a:ln w="38100">
            <a:solidFill>
              <a:srgbClr val="B0EB9A"/>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0646236" y="4410171"/>
            <a:ext cx="0" cy="362335"/>
          </a:xfrm>
          <a:prstGeom prst="line">
            <a:avLst/>
          </a:prstGeom>
          <a:ln w="38100">
            <a:solidFill>
              <a:srgbClr val="FCF098"/>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60000" flipH="1" flipV="1">
            <a:off x="1153893" y="3526971"/>
            <a:ext cx="1027960" cy="2612"/>
          </a:xfrm>
          <a:prstGeom prst="line">
            <a:avLst/>
          </a:prstGeom>
          <a:ln w="38100">
            <a:solidFill>
              <a:srgbClr val="8AF3E7"/>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60000" flipH="1">
            <a:off x="1175663" y="4640475"/>
            <a:ext cx="994334" cy="29496"/>
          </a:xfrm>
          <a:prstGeom prst="line">
            <a:avLst/>
          </a:prstGeom>
          <a:ln w="38100">
            <a:solidFill>
              <a:srgbClr val="FCF098"/>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60000" flipH="1">
            <a:off x="1123993" y="2424319"/>
            <a:ext cx="1057859" cy="19944"/>
          </a:xfrm>
          <a:prstGeom prst="line">
            <a:avLst/>
          </a:prstGeom>
          <a:ln w="38100">
            <a:solidFill>
              <a:srgbClr val="B0EB9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676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CE1934-15F3-CF60-CEB4-4EA2039CE89E}"/>
              </a:ext>
            </a:extLst>
          </p:cNvPr>
          <p:cNvSpPr>
            <a:spLocks noGrp="1"/>
          </p:cNvSpPr>
          <p:nvPr>
            <p:ph type="title"/>
          </p:nvPr>
        </p:nvSpPr>
        <p:spPr/>
        <p:txBody>
          <a:bodyPr/>
          <a:lstStyle/>
          <a:p>
            <a:r>
              <a:rPr lang="en-US" dirty="0" err="1"/>
              <a:t>Biểu</a:t>
            </a:r>
            <a:r>
              <a:rPr lang="en-US" dirty="0"/>
              <a:t> </a:t>
            </a:r>
            <a:r>
              <a:rPr lang="en-US" dirty="0" err="1"/>
              <a:t>đồ</a:t>
            </a:r>
            <a:r>
              <a:rPr lang="en-US" dirty="0"/>
              <a:t> use case </a:t>
            </a:r>
            <a:r>
              <a:rPr lang="en-US" dirty="0" err="1"/>
              <a:t>tổng</a:t>
            </a:r>
            <a:r>
              <a:rPr lang="en-US" dirty="0"/>
              <a:t> </a:t>
            </a:r>
            <a:r>
              <a:rPr lang="en-US" dirty="0" err="1"/>
              <a:t>quan</a:t>
            </a:r>
            <a:endParaRPr lang="en-US" dirty="0"/>
          </a:p>
        </p:txBody>
      </p:sp>
      <p:pic>
        <p:nvPicPr>
          <p:cNvPr id="4" name="Picture 3" descr="Diagram&#10;&#10;Description automatically generated">
            <a:extLst>
              <a:ext uri="{FF2B5EF4-FFF2-40B4-BE49-F238E27FC236}">
                <a16:creationId xmlns:a16="http://schemas.microsoft.com/office/drawing/2014/main" id="{90F9715D-8675-2FA3-844A-1F7400C0EEAA}"/>
              </a:ext>
            </a:extLst>
          </p:cNvPr>
          <p:cNvPicPr>
            <a:picLocks noChangeAspect="1"/>
          </p:cNvPicPr>
          <p:nvPr/>
        </p:nvPicPr>
        <p:blipFill>
          <a:blip r:embed="rId2"/>
          <a:stretch>
            <a:fillRect/>
          </a:stretch>
        </p:blipFill>
        <p:spPr>
          <a:xfrm>
            <a:off x="1585546" y="1706054"/>
            <a:ext cx="6776789" cy="5151945"/>
          </a:xfrm>
          <a:prstGeom prst="rect">
            <a:avLst/>
          </a:prstGeom>
        </p:spPr>
      </p:pic>
    </p:spTree>
    <p:extLst>
      <p:ext uri="{BB962C8B-B14F-4D97-AF65-F5344CB8AC3E}">
        <p14:creationId xmlns:p14="http://schemas.microsoft.com/office/powerpoint/2010/main" val="1732538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CE8BE5-EAF0-6845-ACA0-E500306A1107}"/>
              </a:ext>
            </a:extLst>
          </p:cNvPr>
          <p:cNvSpPr>
            <a:spLocks noGrp="1"/>
          </p:cNvSpPr>
          <p:nvPr>
            <p:ph type="title"/>
          </p:nvPr>
        </p:nvSpPr>
        <p:spPr/>
        <p:txBody>
          <a:bodyPr/>
          <a:lstStyle/>
          <a:p>
            <a:r>
              <a:rPr lang="en-US" dirty="0" err="1">
                <a:sym typeface="Bodoni SvtyTwo ITC TT-Book"/>
              </a:rPr>
              <a:t>PHân</a:t>
            </a:r>
            <a:r>
              <a:rPr lang="en-US" dirty="0">
                <a:sym typeface="Bodoni SvtyTwo ITC TT-Book"/>
              </a:rPr>
              <a:t> </a:t>
            </a:r>
            <a:r>
              <a:rPr lang="en-US" dirty="0" err="1">
                <a:sym typeface="Bodoni SvtyTwo ITC TT-Book"/>
              </a:rPr>
              <a:t>tích</a:t>
            </a:r>
            <a:r>
              <a:rPr lang="en-US" dirty="0">
                <a:sym typeface="Bodoni SvtyTwo ITC TT-Book"/>
              </a:rPr>
              <a:t> </a:t>
            </a:r>
            <a:r>
              <a:rPr lang="en-US" dirty="0" err="1">
                <a:sym typeface="Bodoni SvtyTwo ITC TT-Book"/>
              </a:rPr>
              <a:t>yêu</a:t>
            </a:r>
            <a:r>
              <a:rPr lang="en-US" dirty="0">
                <a:sym typeface="Bodoni SvtyTwo ITC TT-Book"/>
              </a:rPr>
              <a:t> </a:t>
            </a:r>
            <a:r>
              <a:rPr lang="en-US" dirty="0" err="1">
                <a:sym typeface="Bodoni SvtyTwo ITC TT-Book"/>
              </a:rPr>
              <a:t>cầu</a:t>
            </a:r>
            <a:endParaRPr lang="en-US" dirty="0">
              <a:sym typeface="Bodoni SvtyTwo ITC TT-Book"/>
            </a:endParaRPr>
          </a:p>
        </p:txBody>
      </p:sp>
      <p:sp>
        <p:nvSpPr>
          <p:cNvPr id="4" name="Content Placeholder 3">
            <a:extLst>
              <a:ext uri="{FF2B5EF4-FFF2-40B4-BE49-F238E27FC236}">
                <a16:creationId xmlns:a16="http://schemas.microsoft.com/office/drawing/2014/main" id="{ED5A9A12-4EC7-96C0-CFE3-31FE7363EE59}"/>
              </a:ext>
            </a:extLst>
          </p:cNvPr>
          <p:cNvSpPr>
            <a:spLocks noGrp="1"/>
          </p:cNvSpPr>
          <p:nvPr>
            <p:ph idx="1"/>
          </p:nvPr>
        </p:nvSpPr>
        <p:spPr>
          <a:xfrm>
            <a:off x="1097280" y="2108202"/>
            <a:ext cx="6630875" cy="738238"/>
          </a:xfrm>
        </p:spPr>
        <p:txBody>
          <a:bodyPr/>
          <a:lstStyle/>
          <a:p>
            <a:r>
              <a:rPr lang="en-US" sz="1800" b="0" i="0" dirty="0" err="1">
                <a:solidFill>
                  <a:srgbClr val="222222"/>
                </a:solidFill>
                <a:effectLst/>
                <a:latin typeface="TimesNewRomanPSMT"/>
              </a:rPr>
              <a:t>Xây</a:t>
            </a:r>
            <a:r>
              <a:rPr lang="en-US" sz="1800" b="0" i="0" dirty="0">
                <a:solidFill>
                  <a:srgbClr val="222222"/>
                </a:solidFill>
                <a:effectLst/>
                <a:latin typeface="TimesNewRomanPSMT"/>
              </a:rPr>
              <a:t> </a:t>
            </a:r>
            <a:r>
              <a:rPr lang="en-US" sz="1800" b="0" i="0" dirty="0" err="1">
                <a:solidFill>
                  <a:srgbClr val="222222"/>
                </a:solidFill>
                <a:effectLst/>
                <a:latin typeface="TimesNewRomanPSMT"/>
              </a:rPr>
              <a:t>dựng</a:t>
            </a:r>
            <a:r>
              <a:rPr lang="en-US" sz="1800" b="0" i="0" dirty="0">
                <a:solidFill>
                  <a:srgbClr val="222222"/>
                </a:solidFill>
                <a:effectLst/>
                <a:latin typeface="TimesNewRomanPSMT"/>
              </a:rPr>
              <a:t> </a:t>
            </a:r>
            <a:r>
              <a:rPr lang="en-US" sz="1800" b="0" i="0" dirty="0" err="1">
                <a:solidFill>
                  <a:srgbClr val="222222"/>
                </a:solidFill>
                <a:effectLst/>
                <a:latin typeface="TimesNewRomanPSMT"/>
              </a:rPr>
              <a:t>mô</a:t>
            </a:r>
            <a:r>
              <a:rPr lang="en-US" sz="1800" b="0" i="0" dirty="0">
                <a:solidFill>
                  <a:srgbClr val="222222"/>
                </a:solidFill>
                <a:effectLst/>
                <a:latin typeface="TimesNewRomanPSMT"/>
              </a:rPr>
              <a:t> </a:t>
            </a:r>
            <a:r>
              <a:rPr lang="en-US" sz="1800" b="0" i="0" dirty="0" err="1">
                <a:solidFill>
                  <a:srgbClr val="222222"/>
                </a:solidFill>
                <a:effectLst/>
                <a:latin typeface="TimesNewRomanPSMT"/>
              </a:rPr>
              <a:t>hình</a:t>
            </a:r>
            <a:r>
              <a:rPr lang="en-US" sz="1800" b="0" i="0" dirty="0">
                <a:solidFill>
                  <a:srgbClr val="222222"/>
                </a:solidFill>
                <a:effectLst/>
                <a:latin typeface="TimesNewRomanPSMT"/>
              </a:rPr>
              <a:t> </a:t>
            </a:r>
            <a:r>
              <a:rPr lang="en-US" sz="1800" b="0" i="0" dirty="0" err="1">
                <a:solidFill>
                  <a:srgbClr val="222222"/>
                </a:solidFill>
                <a:effectLst/>
                <a:latin typeface="TimesNewRomanPSMT"/>
              </a:rPr>
              <a:t>quan</a:t>
            </a:r>
            <a:r>
              <a:rPr lang="en-US" sz="1800" b="0" i="0" dirty="0">
                <a:solidFill>
                  <a:srgbClr val="222222"/>
                </a:solidFill>
                <a:effectLst/>
                <a:latin typeface="TimesNewRomanPSMT"/>
              </a:rPr>
              <a:t> </a:t>
            </a:r>
            <a:r>
              <a:rPr lang="en-US" sz="1800" b="0" i="0" dirty="0" err="1">
                <a:solidFill>
                  <a:srgbClr val="222222"/>
                </a:solidFill>
                <a:effectLst/>
                <a:latin typeface="TimesNewRomanPSMT"/>
              </a:rPr>
              <a:t>niệm</a:t>
            </a:r>
            <a:r>
              <a:rPr lang="en-US" sz="1800" b="0" i="0" dirty="0">
                <a:solidFill>
                  <a:srgbClr val="222222"/>
                </a:solidFill>
                <a:effectLst/>
                <a:latin typeface="TimesNewRomanPSMT"/>
              </a:rPr>
              <a:t> </a:t>
            </a:r>
            <a:r>
              <a:rPr lang="en-US" sz="1800" b="0" i="0" dirty="0" err="1">
                <a:solidFill>
                  <a:srgbClr val="222222"/>
                </a:solidFill>
                <a:effectLst/>
                <a:latin typeface="TimesNewRomanPSMT"/>
              </a:rPr>
              <a:t>dữ</a:t>
            </a:r>
            <a:r>
              <a:rPr lang="en-US" sz="1800" b="0" i="0" dirty="0">
                <a:solidFill>
                  <a:srgbClr val="222222"/>
                </a:solidFill>
                <a:effectLst/>
                <a:latin typeface="TimesNewRomanPSMT"/>
              </a:rPr>
              <a:t> </a:t>
            </a:r>
            <a:r>
              <a:rPr lang="en-US" sz="1800" b="0" i="0" dirty="0" err="1">
                <a:solidFill>
                  <a:srgbClr val="222222"/>
                </a:solidFill>
                <a:effectLst/>
                <a:latin typeface="TimesNewRomanPSMT"/>
              </a:rPr>
              <a:t>liệu</a:t>
            </a:r>
            <a:r>
              <a:rPr lang="en-US" sz="1800" b="0" i="0" dirty="0">
                <a:solidFill>
                  <a:srgbClr val="222222"/>
                </a:solidFill>
                <a:effectLst/>
                <a:latin typeface="TimesNewRomanPSMT"/>
              </a:rPr>
              <a:t> (CDM) </a:t>
            </a:r>
            <a:r>
              <a:rPr lang="en-US" sz="1800" b="0" i="0" dirty="0" err="1">
                <a:solidFill>
                  <a:srgbClr val="222222"/>
                </a:solidFill>
                <a:effectLst/>
                <a:latin typeface="TimesNewRomanPSMT"/>
              </a:rPr>
              <a:t>cho</a:t>
            </a:r>
            <a:r>
              <a:rPr lang="en-US" sz="1800" b="0" i="0" dirty="0">
                <a:solidFill>
                  <a:srgbClr val="222222"/>
                </a:solidFill>
                <a:effectLst/>
                <a:latin typeface="TimesNewRomanPSMT"/>
              </a:rPr>
              <a:t> </a:t>
            </a:r>
            <a:r>
              <a:rPr lang="en-US" sz="1800" b="0" i="0" dirty="0" err="1">
                <a:solidFill>
                  <a:srgbClr val="222222"/>
                </a:solidFill>
                <a:effectLst/>
                <a:latin typeface="TimesNewRomanPSMT"/>
              </a:rPr>
              <a:t>toàn</a:t>
            </a:r>
            <a:r>
              <a:rPr lang="en-US" sz="1800" b="0" i="0" dirty="0">
                <a:solidFill>
                  <a:srgbClr val="222222"/>
                </a:solidFill>
                <a:effectLst/>
                <a:latin typeface="TimesNewRomanPSMT"/>
              </a:rPr>
              <a:t> </a:t>
            </a:r>
            <a:r>
              <a:rPr lang="en-US" sz="1800" b="0" i="0" dirty="0" err="1">
                <a:solidFill>
                  <a:srgbClr val="222222"/>
                </a:solidFill>
                <a:effectLst/>
                <a:latin typeface="TimesNewRomanPSMT"/>
              </a:rPr>
              <a:t>bộ</a:t>
            </a:r>
            <a:r>
              <a:rPr lang="en-US" sz="1800" b="0" i="0" dirty="0">
                <a:solidFill>
                  <a:srgbClr val="222222"/>
                </a:solidFill>
                <a:effectLst/>
                <a:latin typeface="TimesNewRomanPSMT"/>
              </a:rPr>
              <a:t> </a:t>
            </a:r>
            <a:r>
              <a:rPr lang="en-US" sz="1800" b="0" i="0" dirty="0" err="1">
                <a:solidFill>
                  <a:srgbClr val="222222"/>
                </a:solidFill>
                <a:effectLst/>
                <a:latin typeface="TimesNewRomanPSMT"/>
              </a:rPr>
              <a:t>hệ</a:t>
            </a:r>
            <a:r>
              <a:rPr lang="en-US" sz="1800" b="0" i="0" dirty="0">
                <a:solidFill>
                  <a:srgbClr val="222222"/>
                </a:solidFill>
                <a:effectLst/>
                <a:latin typeface="TimesNewRomanPSMT"/>
              </a:rPr>
              <a:t> </a:t>
            </a:r>
            <a:r>
              <a:rPr lang="en-US" sz="1800" b="0" i="0" dirty="0" err="1">
                <a:solidFill>
                  <a:srgbClr val="222222"/>
                </a:solidFill>
                <a:effectLst/>
                <a:latin typeface="TimesNewRomanPSMT"/>
              </a:rPr>
              <a:t>thống</a:t>
            </a:r>
            <a:r>
              <a:rPr lang="en-US" sz="1800" b="0" i="0" dirty="0">
                <a:solidFill>
                  <a:srgbClr val="222222"/>
                </a:solidFill>
                <a:effectLst/>
                <a:latin typeface="TimesNewRomanPSMT"/>
              </a:rPr>
              <a:t>.</a:t>
            </a:r>
          </a:p>
          <a:p>
            <a:endParaRPr lang="en-US" sz="1800" dirty="0">
              <a:solidFill>
                <a:srgbClr val="222222"/>
              </a:solidFill>
              <a:latin typeface="TimesNewRomanPSMT"/>
            </a:endParaRPr>
          </a:p>
          <a:p>
            <a:endParaRPr lang="en-US" dirty="0"/>
          </a:p>
        </p:txBody>
      </p:sp>
      <p:sp>
        <p:nvSpPr>
          <p:cNvPr id="5" name="TextBox 4">
            <a:extLst>
              <a:ext uri="{FF2B5EF4-FFF2-40B4-BE49-F238E27FC236}">
                <a16:creationId xmlns:a16="http://schemas.microsoft.com/office/drawing/2014/main" id="{E38E442C-F57E-854A-934C-1530D3B394B4}"/>
              </a:ext>
            </a:extLst>
          </p:cNvPr>
          <p:cNvSpPr txBox="1"/>
          <p:nvPr/>
        </p:nvSpPr>
        <p:spPr>
          <a:xfrm>
            <a:off x="4247535" y="3908323"/>
            <a:ext cx="7152968" cy="1754326"/>
          </a:xfrm>
          <a:prstGeom prst="rect">
            <a:avLst/>
          </a:prstGeom>
          <a:noFill/>
        </p:spPr>
        <p:txBody>
          <a:bodyPr wrap="square" rtlCol="0">
            <a:spAutoFit/>
          </a:bodyPr>
          <a:lstStyle/>
          <a:p>
            <a:r>
              <a:rPr lang="en-US" sz="1800" b="0" i="0" dirty="0" err="1">
                <a:solidFill>
                  <a:srgbClr val="000000"/>
                </a:solidFill>
                <a:effectLst/>
                <a:latin typeface="TimesNewRomanPSMT"/>
              </a:rPr>
              <a:t>Chuyển</a:t>
            </a:r>
            <a:r>
              <a:rPr lang="en-US" sz="1800" b="0" i="0" dirty="0">
                <a:solidFill>
                  <a:srgbClr val="000000"/>
                </a:solidFill>
                <a:effectLst/>
                <a:latin typeface="TimesNewRomanPSMT"/>
              </a:rPr>
              <a:t> </a:t>
            </a:r>
            <a:r>
              <a:rPr lang="en-US" sz="1800" b="0" i="0" dirty="0" err="1">
                <a:solidFill>
                  <a:srgbClr val="000000"/>
                </a:solidFill>
                <a:effectLst/>
                <a:latin typeface="TimesNewRomanPSMT"/>
              </a:rPr>
              <a:t>mô</a:t>
            </a:r>
            <a:r>
              <a:rPr lang="en-US" sz="1800" b="0" i="0" dirty="0">
                <a:solidFill>
                  <a:srgbClr val="000000"/>
                </a:solidFill>
                <a:effectLst/>
                <a:latin typeface="TimesNewRomanPSMT"/>
              </a:rPr>
              <a:t> </a:t>
            </a:r>
            <a:r>
              <a:rPr lang="en-US" sz="1800" b="0" i="0" dirty="0" err="1">
                <a:solidFill>
                  <a:srgbClr val="000000"/>
                </a:solidFill>
                <a:effectLst/>
                <a:latin typeface="TimesNewRomanPSMT"/>
              </a:rPr>
              <a:t>hình</a:t>
            </a:r>
            <a:r>
              <a:rPr lang="en-US" sz="1800" b="0" i="0" dirty="0">
                <a:solidFill>
                  <a:srgbClr val="000000"/>
                </a:solidFill>
                <a:effectLst/>
                <a:latin typeface="TimesNewRomanPSMT"/>
              </a:rPr>
              <a:t> </a:t>
            </a:r>
            <a:r>
              <a:rPr lang="en-US" sz="1800" b="0" i="0" dirty="0" err="1">
                <a:solidFill>
                  <a:srgbClr val="000000"/>
                </a:solidFill>
                <a:effectLst/>
                <a:latin typeface="TimesNewRomanPSMT"/>
              </a:rPr>
              <a:t>thực</a:t>
            </a:r>
            <a:r>
              <a:rPr lang="en-US" sz="1800" b="0" i="0" dirty="0">
                <a:solidFill>
                  <a:srgbClr val="000000"/>
                </a:solidFill>
                <a:effectLst/>
                <a:latin typeface="TimesNewRomanPSMT"/>
              </a:rPr>
              <a:t> </a:t>
            </a:r>
            <a:r>
              <a:rPr lang="en-US" sz="1800" b="0" i="0" dirty="0" err="1">
                <a:solidFill>
                  <a:srgbClr val="000000"/>
                </a:solidFill>
                <a:effectLst/>
                <a:latin typeface="TimesNewRomanPSMT"/>
              </a:rPr>
              <a:t>thể</a:t>
            </a:r>
            <a:r>
              <a:rPr lang="en-US" sz="1800" b="0" i="0" dirty="0">
                <a:solidFill>
                  <a:srgbClr val="000000"/>
                </a:solidFill>
                <a:effectLst/>
                <a:latin typeface="TimesNewRomanPSMT"/>
              </a:rPr>
              <a:t> </a:t>
            </a:r>
            <a:r>
              <a:rPr lang="en-US" sz="1800" b="0" i="0" dirty="0" err="1">
                <a:solidFill>
                  <a:srgbClr val="000000"/>
                </a:solidFill>
                <a:effectLst/>
                <a:latin typeface="TimesNewRomanPSMT"/>
              </a:rPr>
              <a:t>kết</a:t>
            </a:r>
            <a:r>
              <a:rPr lang="en-US" sz="1800" b="0" i="0" dirty="0">
                <a:solidFill>
                  <a:srgbClr val="000000"/>
                </a:solidFill>
                <a:effectLst/>
                <a:latin typeface="TimesNewRomanPSMT"/>
              </a:rPr>
              <a:t> </a:t>
            </a:r>
            <a:r>
              <a:rPr lang="en-US" sz="1800" b="0" i="0" dirty="0" err="1">
                <a:solidFill>
                  <a:srgbClr val="000000"/>
                </a:solidFill>
                <a:effectLst/>
                <a:latin typeface="TimesNewRomanPSMT"/>
              </a:rPr>
              <a:t>hợp</a:t>
            </a:r>
            <a:r>
              <a:rPr lang="en-US" sz="1800" b="0" i="0" dirty="0">
                <a:solidFill>
                  <a:srgbClr val="000000"/>
                </a:solidFill>
                <a:effectLst/>
                <a:latin typeface="TimesNewRomanPSMT"/>
              </a:rPr>
              <a:t> sang </a:t>
            </a:r>
            <a:r>
              <a:rPr lang="en-US" sz="1800" b="0" i="0" dirty="0" err="1">
                <a:solidFill>
                  <a:srgbClr val="000000"/>
                </a:solidFill>
                <a:effectLst/>
                <a:latin typeface="TimesNewRomanPSMT"/>
              </a:rPr>
              <a:t>mô</a:t>
            </a:r>
            <a:r>
              <a:rPr lang="en-US" sz="1800" b="0" i="0" dirty="0">
                <a:solidFill>
                  <a:srgbClr val="000000"/>
                </a:solidFill>
                <a:effectLst/>
                <a:latin typeface="TimesNewRomanPSMT"/>
              </a:rPr>
              <a:t> </a:t>
            </a:r>
            <a:r>
              <a:rPr lang="en-US" sz="1800" b="0" i="0" dirty="0" err="1">
                <a:solidFill>
                  <a:srgbClr val="000000"/>
                </a:solidFill>
                <a:effectLst/>
                <a:latin typeface="TimesNewRomanPSMT"/>
              </a:rPr>
              <a:t>hình</a:t>
            </a:r>
            <a:r>
              <a:rPr lang="en-US" sz="1800" b="0" i="0" dirty="0">
                <a:solidFill>
                  <a:srgbClr val="000000"/>
                </a:solidFill>
                <a:effectLst/>
                <a:latin typeface="TimesNewRomanPSMT"/>
              </a:rPr>
              <a:t> </a:t>
            </a:r>
            <a:r>
              <a:rPr lang="en-US" sz="1800" b="0" i="0" dirty="0" err="1">
                <a:solidFill>
                  <a:srgbClr val="000000"/>
                </a:solidFill>
                <a:effectLst/>
                <a:latin typeface="TimesNewRomanPSMT"/>
              </a:rPr>
              <a:t>vật</a:t>
            </a:r>
            <a:r>
              <a:rPr lang="en-US" sz="1800" b="0" i="0" dirty="0">
                <a:solidFill>
                  <a:srgbClr val="000000"/>
                </a:solidFill>
                <a:effectLst/>
                <a:latin typeface="TimesNewRomanPSMT"/>
              </a:rPr>
              <a:t> </a:t>
            </a:r>
            <a:r>
              <a:rPr lang="en-US" sz="1800" b="0" i="0" dirty="0" err="1">
                <a:solidFill>
                  <a:srgbClr val="000000"/>
                </a:solidFill>
                <a:effectLst/>
                <a:latin typeface="TimesNewRomanPSMT"/>
              </a:rPr>
              <a:t>lý</a:t>
            </a:r>
            <a:r>
              <a:rPr lang="en-US" sz="1800" b="0" i="0" dirty="0">
                <a:solidFill>
                  <a:srgbClr val="000000"/>
                </a:solidFill>
                <a:effectLst/>
                <a:latin typeface="TimesNewRomanPSMT"/>
              </a:rPr>
              <a:t>.</a:t>
            </a:r>
          </a:p>
          <a:p>
            <a:r>
              <a:rPr lang="en-US" sz="1800" b="0" i="0" dirty="0">
                <a:solidFill>
                  <a:srgbClr val="000000"/>
                </a:solidFill>
                <a:effectLst/>
                <a:latin typeface="TimesNewRomanPSMT"/>
              </a:rPr>
              <a:t/>
            </a:r>
            <a:br>
              <a:rPr lang="en-US" sz="1800" b="0" i="0" dirty="0">
                <a:solidFill>
                  <a:srgbClr val="000000"/>
                </a:solidFill>
                <a:effectLst/>
                <a:latin typeface="TimesNewRomanPSMT"/>
              </a:rPr>
            </a:br>
            <a:r>
              <a:rPr lang="en-US" sz="1800" b="0" i="0" dirty="0" err="1">
                <a:solidFill>
                  <a:srgbClr val="000000"/>
                </a:solidFill>
                <a:effectLst/>
                <a:latin typeface="TimesNewRomanPSMT"/>
              </a:rPr>
              <a:t>Mô</a:t>
            </a:r>
            <a:r>
              <a:rPr lang="en-US" sz="1800" b="0" i="0" dirty="0">
                <a:solidFill>
                  <a:srgbClr val="000000"/>
                </a:solidFill>
                <a:effectLst/>
                <a:latin typeface="TimesNewRomanPSMT"/>
              </a:rPr>
              <a:t> </a:t>
            </a:r>
            <a:r>
              <a:rPr lang="en-US" sz="1800" b="0" i="0" dirty="0" err="1">
                <a:solidFill>
                  <a:srgbClr val="000000"/>
                </a:solidFill>
                <a:effectLst/>
                <a:latin typeface="TimesNewRomanPSMT"/>
              </a:rPr>
              <a:t>tả</a:t>
            </a:r>
            <a:r>
              <a:rPr lang="en-US" sz="1800" b="0" i="0" dirty="0">
                <a:solidFill>
                  <a:srgbClr val="000000"/>
                </a:solidFill>
                <a:effectLst/>
                <a:latin typeface="TimesNewRomanPSMT"/>
              </a:rPr>
              <a:t> </a:t>
            </a:r>
            <a:r>
              <a:rPr lang="en-US" sz="1800" b="0" i="0" dirty="0" err="1">
                <a:solidFill>
                  <a:srgbClr val="000000"/>
                </a:solidFill>
                <a:effectLst/>
                <a:latin typeface="TimesNewRomanPSMT"/>
              </a:rPr>
              <a:t>đầy</a:t>
            </a:r>
            <a:r>
              <a:rPr lang="en-US" sz="1800" b="0" i="0" dirty="0">
                <a:solidFill>
                  <a:srgbClr val="000000"/>
                </a:solidFill>
                <a:effectLst/>
                <a:latin typeface="TimesNewRomanPSMT"/>
              </a:rPr>
              <a:t> </a:t>
            </a:r>
            <a:r>
              <a:rPr lang="en-US" sz="1800" b="0" i="0" dirty="0" err="1">
                <a:solidFill>
                  <a:srgbClr val="000000"/>
                </a:solidFill>
                <a:effectLst/>
                <a:latin typeface="TimesNewRomanPSMT"/>
              </a:rPr>
              <a:t>đủ</a:t>
            </a:r>
            <a:r>
              <a:rPr lang="en-US" sz="1800" b="0" i="0" dirty="0">
                <a:solidFill>
                  <a:srgbClr val="000000"/>
                </a:solidFill>
                <a:effectLst/>
                <a:latin typeface="TimesNewRomanPSMT"/>
              </a:rPr>
              <a:t> </a:t>
            </a:r>
            <a:r>
              <a:rPr lang="en-US" sz="1800" b="0" i="0" dirty="0" err="1">
                <a:solidFill>
                  <a:srgbClr val="000000"/>
                </a:solidFill>
                <a:effectLst/>
                <a:latin typeface="TimesNewRomanPSMT"/>
              </a:rPr>
              <a:t>các</a:t>
            </a:r>
            <a:r>
              <a:rPr lang="en-US" sz="1800" b="0" i="0" dirty="0">
                <a:solidFill>
                  <a:srgbClr val="000000"/>
                </a:solidFill>
                <a:effectLst/>
                <a:latin typeface="TimesNewRomanPSMT"/>
              </a:rPr>
              <a:t> </a:t>
            </a:r>
            <a:r>
              <a:rPr lang="en-US" sz="1800" b="0" i="0" dirty="0" err="1">
                <a:solidFill>
                  <a:srgbClr val="000000"/>
                </a:solidFill>
                <a:effectLst/>
                <a:latin typeface="TimesNewRomanPSMT"/>
              </a:rPr>
              <a:t>thuộc</a:t>
            </a:r>
            <a:r>
              <a:rPr lang="en-US" sz="1800" b="0" i="0" dirty="0">
                <a:solidFill>
                  <a:srgbClr val="000000"/>
                </a:solidFill>
                <a:effectLst/>
                <a:latin typeface="TimesNewRomanPSMT"/>
              </a:rPr>
              <a:t> </a:t>
            </a:r>
            <a:r>
              <a:rPr lang="en-US" sz="1800" b="0" i="0" dirty="0" err="1">
                <a:solidFill>
                  <a:srgbClr val="000000"/>
                </a:solidFill>
                <a:effectLst/>
                <a:latin typeface="TimesNewRomanPSMT"/>
              </a:rPr>
              <a:t>tính</a:t>
            </a:r>
            <a:r>
              <a:rPr lang="en-US" sz="1800" b="0" i="0" dirty="0">
                <a:solidFill>
                  <a:srgbClr val="000000"/>
                </a:solidFill>
                <a:effectLst/>
                <a:latin typeface="TimesNewRomanPSMT"/>
              </a:rPr>
              <a:t> </a:t>
            </a:r>
            <a:r>
              <a:rPr lang="en-US" sz="1800" b="0" i="0" dirty="0" err="1">
                <a:solidFill>
                  <a:srgbClr val="000000"/>
                </a:solidFill>
                <a:effectLst/>
                <a:latin typeface="TimesNewRomanPSMT"/>
              </a:rPr>
              <a:t>của</a:t>
            </a:r>
            <a:r>
              <a:rPr lang="en-US" sz="1800" b="0" i="0" dirty="0">
                <a:solidFill>
                  <a:srgbClr val="000000"/>
                </a:solidFill>
                <a:effectLst/>
                <a:latin typeface="TimesNewRomanPSMT"/>
              </a:rPr>
              <a:t> </a:t>
            </a:r>
            <a:r>
              <a:rPr lang="en-US" sz="1800" b="0" i="0" dirty="0" err="1">
                <a:solidFill>
                  <a:srgbClr val="000000"/>
                </a:solidFill>
                <a:effectLst/>
                <a:latin typeface="TimesNewRomanPSMT"/>
              </a:rPr>
              <a:t>các</a:t>
            </a:r>
            <a:r>
              <a:rPr lang="en-US" sz="1800" b="0" i="0" dirty="0">
                <a:solidFill>
                  <a:srgbClr val="000000"/>
                </a:solidFill>
                <a:effectLst/>
                <a:latin typeface="TimesNewRomanPSMT"/>
              </a:rPr>
              <a:t> </a:t>
            </a:r>
            <a:r>
              <a:rPr lang="en-US" sz="1800" b="0" i="0" dirty="0" err="1">
                <a:solidFill>
                  <a:srgbClr val="000000"/>
                </a:solidFill>
                <a:effectLst/>
                <a:latin typeface="TimesNewRomanPSMT"/>
              </a:rPr>
              <a:t>bảng</a:t>
            </a:r>
            <a:r>
              <a:rPr lang="en-US" sz="1800" b="0" i="0" dirty="0">
                <a:solidFill>
                  <a:srgbClr val="000000"/>
                </a:solidFill>
                <a:effectLst/>
                <a:latin typeface="TimesNewRomanPSMT"/>
              </a:rPr>
              <a:t> (table) </a:t>
            </a:r>
            <a:r>
              <a:rPr lang="en-US" sz="1800" b="0" i="0" dirty="0" err="1">
                <a:solidFill>
                  <a:srgbClr val="000000"/>
                </a:solidFill>
                <a:effectLst/>
                <a:latin typeface="TimesNewRomanPSMT"/>
              </a:rPr>
              <a:t>trong</a:t>
            </a:r>
            <a:r>
              <a:rPr lang="en-US" sz="1800" b="0" i="0" dirty="0">
                <a:solidFill>
                  <a:srgbClr val="000000"/>
                </a:solidFill>
                <a:effectLst/>
                <a:latin typeface="TimesNewRomanPSMT"/>
              </a:rPr>
              <a:t> </a:t>
            </a:r>
            <a:r>
              <a:rPr lang="en-US" sz="1800" b="0" i="0" dirty="0" err="1">
                <a:solidFill>
                  <a:srgbClr val="000000"/>
                </a:solidFill>
                <a:effectLst/>
                <a:latin typeface="TimesNewRomanPSMT"/>
              </a:rPr>
              <a:t>mô</a:t>
            </a:r>
            <a:r>
              <a:rPr lang="en-US" sz="1800" b="0" i="0" dirty="0">
                <a:solidFill>
                  <a:srgbClr val="000000"/>
                </a:solidFill>
                <a:effectLst/>
                <a:latin typeface="TimesNewRomanPSMT"/>
              </a:rPr>
              <a:t> </a:t>
            </a:r>
            <a:r>
              <a:rPr lang="en-US" sz="1800" b="0" i="0" dirty="0" err="1">
                <a:solidFill>
                  <a:srgbClr val="000000"/>
                </a:solidFill>
                <a:effectLst/>
                <a:latin typeface="TimesNewRomanPSMT"/>
              </a:rPr>
              <a:t>hình</a:t>
            </a:r>
            <a:r>
              <a:rPr lang="en-US" sz="1800" b="0" i="0" dirty="0">
                <a:solidFill>
                  <a:srgbClr val="000000"/>
                </a:solidFill>
                <a:effectLst/>
                <a:latin typeface="TimesNewRomanPSMT"/>
              </a:rPr>
              <a:t> PDM.</a:t>
            </a:r>
          </a:p>
          <a:p>
            <a:r>
              <a:rPr lang="en-US" sz="1800" b="0" i="0" dirty="0">
                <a:solidFill>
                  <a:srgbClr val="000000"/>
                </a:solidFill>
                <a:effectLst/>
                <a:latin typeface="TimesNewRomanPSMT"/>
              </a:rPr>
              <a:t/>
            </a:r>
            <a:br>
              <a:rPr lang="en-US" sz="1800" b="0" i="0" dirty="0">
                <a:solidFill>
                  <a:srgbClr val="000000"/>
                </a:solidFill>
                <a:effectLst/>
                <a:latin typeface="TimesNewRomanPSMT"/>
              </a:rPr>
            </a:br>
            <a:r>
              <a:rPr lang="en-US" sz="1800" b="0" i="0" dirty="0" err="1">
                <a:solidFill>
                  <a:srgbClr val="000000"/>
                </a:solidFill>
                <a:effectLst/>
                <a:latin typeface="TimesNewRomanPSMT"/>
              </a:rPr>
              <a:t>Xác</a:t>
            </a:r>
            <a:r>
              <a:rPr lang="en-US" sz="1800" b="0" i="0" dirty="0">
                <a:solidFill>
                  <a:srgbClr val="000000"/>
                </a:solidFill>
                <a:effectLst/>
                <a:latin typeface="TimesNewRomanPSMT"/>
              </a:rPr>
              <a:t> </a:t>
            </a:r>
            <a:r>
              <a:rPr lang="en-US" sz="1800" b="0" i="0" dirty="0" err="1">
                <a:solidFill>
                  <a:srgbClr val="000000"/>
                </a:solidFill>
                <a:effectLst/>
                <a:latin typeface="TimesNewRomanPSMT"/>
              </a:rPr>
              <a:t>định</a:t>
            </a:r>
            <a:r>
              <a:rPr lang="en-US" sz="1800" b="0" i="0" dirty="0">
                <a:solidFill>
                  <a:srgbClr val="000000"/>
                </a:solidFill>
                <a:effectLst/>
                <a:latin typeface="TimesNewRomanPSMT"/>
              </a:rPr>
              <a:t> </a:t>
            </a:r>
            <a:r>
              <a:rPr lang="en-US" sz="1800" b="0" i="0" dirty="0" err="1">
                <a:solidFill>
                  <a:srgbClr val="000000"/>
                </a:solidFill>
                <a:effectLst/>
                <a:latin typeface="TimesNewRomanPSMT"/>
              </a:rPr>
              <a:t>khóa</a:t>
            </a:r>
            <a:r>
              <a:rPr lang="en-US" sz="1800" b="0" i="0" dirty="0">
                <a:solidFill>
                  <a:srgbClr val="000000"/>
                </a:solidFill>
                <a:effectLst/>
                <a:latin typeface="TimesNewRomanPSMT"/>
              </a:rPr>
              <a:t> </a:t>
            </a:r>
            <a:r>
              <a:rPr lang="en-US" sz="1800" b="0" i="0" dirty="0" err="1">
                <a:solidFill>
                  <a:srgbClr val="000000"/>
                </a:solidFill>
                <a:effectLst/>
                <a:latin typeface="TimesNewRomanPSMT"/>
              </a:rPr>
              <a:t>và</a:t>
            </a:r>
            <a:r>
              <a:rPr lang="en-US" sz="1800" b="0" i="0" dirty="0">
                <a:solidFill>
                  <a:srgbClr val="000000"/>
                </a:solidFill>
                <a:effectLst/>
                <a:latin typeface="TimesNewRomanPSMT"/>
              </a:rPr>
              <a:t> </a:t>
            </a:r>
            <a:r>
              <a:rPr lang="en-US" sz="1800" b="0" i="0" dirty="0" err="1">
                <a:solidFill>
                  <a:srgbClr val="000000"/>
                </a:solidFill>
                <a:effectLst/>
                <a:latin typeface="TimesNewRomanPSMT"/>
              </a:rPr>
              <a:t>khóa</a:t>
            </a:r>
            <a:r>
              <a:rPr lang="en-US" sz="1800" b="0" i="0" dirty="0">
                <a:solidFill>
                  <a:srgbClr val="000000"/>
                </a:solidFill>
                <a:effectLst/>
                <a:latin typeface="TimesNewRomanPSMT"/>
              </a:rPr>
              <a:t> </a:t>
            </a:r>
            <a:r>
              <a:rPr lang="en-US" sz="1800" b="0" i="0" dirty="0" err="1">
                <a:solidFill>
                  <a:srgbClr val="000000"/>
                </a:solidFill>
                <a:effectLst/>
                <a:latin typeface="TimesNewRomanPSMT"/>
              </a:rPr>
              <a:t>ngoại</a:t>
            </a:r>
            <a:r>
              <a:rPr lang="en-US" sz="1800" b="0" i="0" dirty="0">
                <a:solidFill>
                  <a:srgbClr val="000000"/>
                </a:solidFill>
                <a:effectLst/>
                <a:latin typeface="TimesNewRomanPSMT"/>
              </a:rPr>
              <a:t> </a:t>
            </a:r>
            <a:r>
              <a:rPr lang="en-US" sz="1800" b="0" i="0" dirty="0" err="1">
                <a:solidFill>
                  <a:srgbClr val="000000"/>
                </a:solidFill>
                <a:effectLst/>
                <a:latin typeface="TimesNewRomanPSMT"/>
              </a:rPr>
              <a:t>của</a:t>
            </a:r>
            <a:r>
              <a:rPr lang="en-US" sz="1800" b="0" i="0" dirty="0">
                <a:solidFill>
                  <a:srgbClr val="000000"/>
                </a:solidFill>
                <a:effectLst/>
                <a:latin typeface="TimesNewRomanPSMT"/>
              </a:rPr>
              <a:t> </a:t>
            </a:r>
            <a:r>
              <a:rPr lang="en-US" sz="1800" b="0" i="0" dirty="0" err="1">
                <a:solidFill>
                  <a:srgbClr val="000000"/>
                </a:solidFill>
                <a:effectLst/>
                <a:latin typeface="TimesNewRomanPSMT"/>
              </a:rPr>
              <a:t>các</a:t>
            </a:r>
            <a:r>
              <a:rPr lang="en-US" sz="1800" b="0" i="0" dirty="0">
                <a:solidFill>
                  <a:srgbClr val="000000"/>
                </a:solidFill>
                <a:effectLst/>
                <a:latin typeface="TimesNewRomanPSMT"/>
              </a:rPr>
              <a:t> </a:t>
            </a:r>
            <a:r>
              <a:rPr lang="en-US" sz="1800" b="0" i="0" dirty="0" err="1">
                <a:solidFill>
                  <a:srgbClr val="000000"/>
                </a:solidFill>
                <a:effectLst/>
                <a:latin typeface="TimesNewRomanPSMT"/>
              </a:rPr>
              <a:t>bảng</a:t>
            </a:r>
            <a:r>
              <a:rPr lang="en-US" sz="1800" b="0" i="0" dirty="0">
                <a:solidFill>
                  <a:srgbClr val="000000"/>
                </a:solidFill>
                <a:effectLst/>
                <a:latin typeface="TimesNewRomanPSMT"/>
              </a:rPr>
              <a:t> (table) </a:t>
            </a:r>
            <a:r>
              <a:rPr lang="en-US" sz="1800" b="0" i="0" dirty="0" err="1">
                <a:solidFill>
                  <a:srgbClr val="000000"/>
                </a:solidFill>
                <a:effectLst/>
                <a:latin typeface="TimesNewRomanPSMT"/>
              </a:rPr>
              <a:t>trong</a:t>
            </a:r>
            <a:r>
              <a:rPr lang="en-US" sz="1800" b="0" i="0" dirty="0">
                <a:solidFill>
                  <a:srgbClr val="000000"/>
                </a:solidFill>
                <a:effectLst/>
                <a:latin typeface="TimesNewRomanPSMT"/>
              </a:rPr>
              <a:t> </a:t>
            </a:r>
            <a:r>
              <a:rPr lang="en-US" sz="1800" b="0" i="0" dirty="0" err="1">
                <a:solidFill>
                  <a:srgbClr val="000000"/>
                </a:solidFill>
                <a:effectLst/>
                <a:latin typeface="TimesNewRomanPSMT"/>
              </a:rPr>
              <a:t>mô</a:t>
            </a:r>
            <a:r>
              <a:rPr lang="en-US" sz="1800" b="0" i="0" dirty="0">
                <a:solidFill>
                  <a:srgbClr val="000000"/>
                </a:solidFill>
                <a:effectLst/>
                <a:latin typeface="TimesNewRomanPSMT"/>
              </a:rPr>
              <a:t> </a:t>
            </a:r>
            <a:r>
              <a:rPr lang="en-US" sz="1800" b="0" i="0" dirty="0" err="1">
                <a:solidFill>
                  <a:srgbClr val="000000"/>
                </a:solidFill>
                <a:effectLst/>
                <a:latin typeface="TimesNewRomanPSMT"/>
              </a:rPr>
              <a:t>hình</a:t>
            </a:r>
            <a:r>
              <a:rPr lang="en-US" sz="1800" b="0" i="0" dirty="0">
                <a:solidFill>
                  <a:srgbClr val="000000"/>
                </a:solidFill>
                <a:effectLst/>
                <a:latin typeface="TimesNewRomanPSMT"/>
              </a:rPr>
              <a:t> PDM.</a:t>
            </a:r>
            <a:r>
              <a:rPr lang="en-US" dirty="0"/>
              <a:t> </a:t>
            </a:r>
            <a:br>
              <a:rPr lang="en-US" dirty="0"/>
            </a:br>
            <a:endParaRPr lang="en-US" dirty="0"/>
          </a:p>
        </p:txBody>
      </p:sp>
      <p:pic>
        <p:nvPicPr>
          <p:cNvPr id="7" name="Picture 6" descr="Shape&#10;&#10;Description automatically generated with low confidence">
            <a:extLst>
              <a:ext uri="{FF2B5EF4-FFF2-40B4-BE49-F238E27FC236}">
                <a16:creationId xmlns:a16="http://schemas.microsoft.com/office/drawing/2014/main" id="{39E48A72-7EFD-BDF1-5CB3-BDED7295CF5F}"/>
              </a:ext>
            </a:extLst>
          </p:cNvPr>
          <p:cNvPicPr>
            <a:picLocks noChangeAspect="1"/>
          </p:cNvPicPr>
          <p:nvPr/>
        </p:nvPicPr>
        <p:blipFill>
          <a:blip r:embed="rId2"/>
          <a:stretch>
            <a:fillRect/>
          </a:stretch>
        </p:blipFill>
        <p:spPr>
          <a:xfrm>
            <a:off x="1858602" y="3908323"/>
            <a:ext cx="1663805" cy="1663805"/>
          </a:xfrm>
          <a:prstGeom prst="rect">
            <a:avLst/>
          </a:prstGeom>
        </p:spPr>
      </p:pic>
    </p:spTree>
    <p:extLst>
      <p:ext uri="{BB962C8B-B14F-4D97-AF65-F5344CB8AC3E}">
        <p14:creationId xmlns:p14="http://schemas.microsoft.com/office/powerpoint/2010/main" val="1939238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57AF76-C974-BDC7-815B-110D1447EED9}"/>
              </a:ext>
            </a:extLst>
          </p:cNvPr>
          <p:cNvSpPr>
            <a:spLocks noGrp="1"/>
          </p:cNvSpPr>
          <p:nvPr>
            <p:ph type="title"/>
          </p:nvPr>
        </p:nvSpPr>
        <p:spPr/>
        <p:txBody>
          <a:bodyPr/>
          <a:lstStyle/>
          <a:p>
            <a:r>
              <a:rPr lang="en-US" dirty="0"/>
              <a:t>ERD</a:t>
            </a:r>
          </a:p>
        </p:txBody>
      </p:sp>
      <p:pic>
        <p:nvPicPr>
          <p:cNvPr id="5" name="Picture 4" descr="Diagram&#10;&#10;Description automatically generated">
            <a:extLst>
              <a:ext uri="{FF2B5EF4-FFF2-40B4-BE49-F238E27FC236}">
                <a16:creationId xmlns:a16="http://schemas.microsoft.com/office/drawing/2014/main" id="{D73FFA05-0B8D-14A5-9C3D-FE3170DD4C98}"/>
              </a:ext>
            </a:extLst>
          </p:cNvPr>
          <p:cNvPicPr>
            <a:picLocks noChangeAspect="1"/>
          </p:cNvPicPr>
          <p:nvPr/>
        </p:nvPicPr>
        <p:blipFill>
          <a:blip r:embed="rId2"/>
          <a:stretch>
            <a:fillRect/>
          </a:stretch>
        </p:blipFill>
        <p:spPr>
          <a:xfrm>
            <a:off x="1846019" y="1213764"/>
            <a:ext cx="8000109" cy="5018308"/>
          </a:xfrm>
          <a:prstGeom prst="rect">
            <a:avLst/>
          </a:prstGeom>
        </p:spPr>
      </p:pic>
    </p:spTree>
    <p:extLst>
      <p:ext uri="{BB962C8B-B14F-4D97-AF65-F5344CB8AC3E}">
        <p14:creationId xmlns:p14="http://schemas.microsoft.com/office/powerpoint/2010/main" val="2673485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7BEF20-A242-68E0-458D-3A8F5E547621}"/>
              </a:ext>
            </a:extLst>
          </p:cNvPr>
          <p:cNvSpPr>
            <a:spLocks noGrp="1"/>
          </p:cNvSpPr>
          <p:nvPr>
            <p:ph type="title"/>
          </p:nvPr>
        </p:nvSpPr>
        <p:spPr/>
        <p:txBody>
          <a:bodyPr/>
          <a:lstStyle/>
          <a:p>
            <a:r>
              <a:rPr lang="en-US" dirty="0"/>
              <a:t>CDM</a:t>
            </a:r>
          </a:p>
        </p:txBody>
      </p:sp>
      <p:pic>
        <p:nvPicPr>
          <p:cNvPr id="5" name="Picture 4" descr="Diagram&#10;&#10;Description automatically generated">
            <a:extLst>
              <a:ext uri="{FF2B5EF4-FFF2-40B4-BE49-F238E27FC236}">
                <a16:creationId xmlns:a16="http://schemas.microsoft.com/office/drawing/2014/main" id="{981B0C47-9932-803C-332B-AA1FC86A59DF}"/>
              </a:ext>
            </a:extLst>
          </p:cNvPr>
          <p:cNvPicPr>
            <a:picLocks noChangeAspect="1"/>
          </p:cNvPicPr>
          <p:nvPr/>
        </p:nvPicPr>
        <p:blipFill>
          <a:blip r:embed="rId2"/>
          <a:stretch>
            <a:fillRect/>
          </a:stretch>
        </p:blipFill>
        <p:spPr>
          <a:xfrm>
            <a:off x="1908213" y="1790891"/>
            <a:ext cx="8054498" cy="3963959"/>
          </a:xfrm>
          <a:prstGeom prst="rect">
            <a:avLst/>
          </a:prstGeom>
        </p:spPr>
      </p:pic>
    </p:spTree>
    <p:extLst>
      <p:ext uri="{BB962C8B-B14F-4D97-AF65-F5344CB8AC3E}">
        <p14:creationId xmlns:p14="http://schemas.microsoft.com/office/powerpoint/2010/main" val="3635052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3A544E-786A-4D5B-42CD-E084F98CECCA}"/>
              </a:ext>
            </a:extLst>
          </p:cNvPr>
          <p:cNvSpPr>
            <a:spLocks noGrp="1"/>
          </p:cNvSpPr>
          <p:nvPr>
            <p:ph type="title"/>
          </p:nvPr>
        </p:nvSpPr>
        <p:spPr/>
        <p:txBody>
          <a:bodyPr/>
          <a:lstStyle/>
          <a:p>
            <a:r>
              <a:rPr lang="en-US" dirty="0"/>
              <a:t>PDM</a:t>
            </a:r>
          </a:p>
        </p:txBody>
      </p:sp>
      <p:pic>
        <p:nvPicPr>
          <p:cNvPr id="5" name="Picture 4" descr="Diagram&#10;&#10;Description automatically generated">
            <a:extLst>
              <a:ext uri="{FF2B5EF4-FFF2-40B4-BE49-F238E27FC236}">
                <a16:creationId xmlns:a16="http://schemas.microsoft.com/office/drawing/2014/main" id="{A6D76256-25A2-E5F5-DFB4-7B387C340E74}"/>
              </a:ext>
            </a:extLst>
          </p:cNvPr>
          <p:cNvPicPr>
            <a:picLocks noChangeAspect="1"/>
          </p:cNvPicPr>
          <p:nvPr/>
        </p:nvPicPr>
        <p:blipFill>
          <a:blip r:embed="rId2"/>
          <a:stretch>
            <a:fillRect/>
          </a:stretch>
        </p:blipFill>
        <p:spPr>
          <a:xfrm>
            <a:off x="2580591" y="1790891"/>
            <a:ext cx="7091778" cy="3845383"/>
          </a:xfrm>
          <a:prstGeom prst="rect">
            <a:avLst/>
          </a:prstGeom>
        </p:spPr>
      </p:pic>
    </p:spTree>
    <p:extLst>
      <p:ext uri="{BB962C8B-B14F-4D97-AF65-F5344CB8AC3E}">
        <p14:creationId xmlns:p14="http://schemas.microsoft.com/office/powerpoint/2010/main" val="4203849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31FB3-8761-4C62-A879-97C144611878}"/>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phần</a:t>
            </a:r>
            <a:r>
              <a:rPr lang="en-US" dirty="0"/>
              <a:t> </a:t>
            </a:r>
            <a:r>
              <a:rPr lang="en-US" dirty="0" err="1"/>
              <a:t>mềm</a:t>
            </a:r>
            <a:endParaRPr lang="en-US" dirty="0"/>
          </a:p>
        </p:txBody>
      </p:sp>
      <p:pic>
        <p:nvPicPr>
          <p:cNvPr id="7" name="Picture 6" descr="Graphical user interface, application&#10;&#10;Description automatically generated">
            <a:extLst>
              <a:ext uri="{FF2B5EF4-FFF2-40B4-BE49-F238E27FC236}">
                <a16:creationId xmlns:a16="http://schemas.microsoft.com/office/drawing/2014/main" id="{CFB2CF72-9994-939E-40E7-DB3E15561D99}"/>
              </a:ext>
            </a:extLst>
          </p:cNvPr>
          <p:cNvPicPr>
            <a:picLocks noChangeAspect="1"/>
          </p:cNvPicPr>
          <p:nvPr/>
        </p:nvPicPr>
        <p:blipFill>
          <a:blip r:embed="rId2"/>
          <a:stretch>
            <a:fillRect/>
          </a:stretch>
        </p:blipFill>
        <p:spPr>
          <a:xfrm>
            <a:off x="1415844" y="1499787"/>
            <a:ext cx="8893277" cy="5002468"/>
          </a:xfrm>
          <a:prstGeom prst="rect">
            <a:avLst/>
          </a:prstGeom>
        </p:spPr>
      </p:pic>
    </p:spTree>
    <p:extLst>
      <p:ext uri="{BB962C8B-B14F-4D97-AF65-F5344CB8AC3E}">
        <p14:creationId xmlns:p14="http://schemas.microsoft.com/office/powerpoint/2010/main" val="18886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D34A39-4376-100C-A9E5-76EE5632E0C4}"/>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phần</a:t>
            </a:r>
            <a:r>
              <a:rPr lang="en-US" dirty="0"/>
              <a:t> </a:t>
            </a:r>
            <a:r>
              <a:rPr lang="en-US" dirty="0" err="1"/>
              <a:t>mềm</a:t>
            </a:r>
            <a:endParaRPr lang="en-US" dirty="0"/>
          </a:p>
        </p:txBody>
      </p:sp>
      <p:pic>
        <p:nvPicPr>
          <p:cNvPr id="5" name="Picture 4">
            <a:extLst>
              <a:ext uri="{FF2B5EF4-FFF2-40B4-BE49-F238E27FC236}">
                <a16:creationId xmlns:a16="http://schemas.microsoft.com/office/drawing/2014/main" id="{641459FB-64C0-3A49-7B53-5206003F3BBA}"/>
              </a:ext>
            </a:extLst>
          </p:cNvPr>
          <p:cNvPicPr>
            <a:picLocks noChangeAspect="1"/>
          </p:cNvPicPr>
          <p:nvPr/>
        </p:nvPicPr>
        <p:blipFill>
          <a:blip r:embed="rId2"/>
          <a:stretch>
            <a:fillRect/>
          </a:stretch>
        </p:blipFill>
        <p:spPr>
          <a:xfrm>
            <a:off x="1877786" y="1673683"/>
            <a:ext cx="8195733" cy="4610100"/>
          </a:xfrm>
          <a:prstGeom prst="rect">
            <a:avLst/>
          </a:prstGeom>
        </p:spPr>
      </p:pic>
    </p:spTree>
    <p:extLst>
      <p:ext uri="{BB962C8B-B14F-4D97-AF65-F5344CB8AC3E}">
        <p14:creationId xmlns:p14="http://schemas.microsoft.com/office/powerpoint/2010/main" val="3562435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BB5398-D6A4-596F-2A1E-EC7796E6DB2C}"/>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phần</a:t>
            </a:r>
            <a:r>
              <a:rPr lang="en-US" dirty="0"/>
              <a:t> </a:t>
            </a:r>
            <a:r>
              <a:rPr lang="en-US" dirty="0" err="1"/>
              <a:t>mềm</a:t>
            </a:r>
            <a:endParaRPr lang="en-US" dirty="0"/>
          </a:p>
        </p:txBody>
      </p:sp>
      <p:pic>
        <p:nvPicPr>
          <p:cNvPr id="5" name="Picture 4" descr="Table&#10;&#10;Description automatically generated">
            <a:extLst>
              <a:ext uri="{FF2B5EF4-FFF2-40B4-BE49-F238E27FC236}">
                <a16:creationId xmlns:a16="http://schemas.microsoft.com/office/drawing/2014/main" id="{FB876451-5BB3-52B6-B364-48FAA289A179}"/>
              </a:ext>
            </a:extLst>
          </p:cNvPr>
          <p:cNvPicPr>
            <a:picLocks noChangeAspect="1"/>
          </p:cNvPicPr>
          <p:nvPr/>
        </p:nvPicPr>
        <p:blipFill>
          <a:blip r:embed="rId2"/>
          <a:stretch>
            <a:fillRect/>
          </a:stretch>
        </p:blipFill>
        <p:spPr>
          <a:xfrm>
            <a:off x="1619250" y="1921333"/>
            <a:ext cx="8026400" cy="4514850"/>
          </a:xfrm>
          <a:prstGeom prst="rect">
            <a:avLst/>
          </a:prstGeom>
        </p:spPr>
      </p:pic>
    </p:spTree>
    <p:extLst>
      <p:ext uri="{BB962C8B-B14F-4D97-AF65-F5344CB8AC3E}">
        <p14:creationId xmlns:p14="http://schemas.microsoft.com/office/powerpoint/2010/main" val="83893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48C73D-CAD0-F3BF-DFB8-3E2C70CE856E}"/>
              </a:ext>
            </a:extLst>
          </p:cNvPr>
          <p:cNvSpPr>
            <a:spLocks noGrp="1"/>
          </p:cNvSpPr>
          <p:nvPr>
            <p:ph type="title"/>
          </p:nvPr>
        </p:nvSpPr>
        <p:spPr/>
        <p:txBody>
          <a:bodyPr/>
          <a:lstStyle/>
          <a:p>
            <a:r>
              <a:rPr lang="en-US" dirty="0" smtClean="0"/>
              <a:t>Thanks for watching!</a:t>
            </a:r>
            <a:endParaRPr lang="en-US" dirty="0"/>
          </a:p>
        </p:txBody>
      </p:sp>
      <p:pic>
        <p:nvPicPr>
          <p:cNvPr id="5" name="Picture 4" descr="Shape&#10;&#10;Description automatically generated with low confidence">
            <a:extLst>
              <a:ext uri="{FF2B5EF4-FFF2-40B4-BE49-F238E27FC236}">
                <a16:creationId xmlns:a16="http://schemas.microsoft.com/office/drawing/2014/main" id="{6696C775-B4FB-C06C-261C-CA38705A0B75}"/>
              </a:ext>
            </a:extLst>
          </p:cNvPr>
          <p:cNvPicPr>
            <a:picLocks noChangeAspect="1"/>
          </p:cNvPicPr>
          <p:nvPr/>
        </p:nvPicPr>
        <p:blipFill>
          <a:blip r:embed="rId2"/>
          <a:stretch>
            <a:fillRect/>
          </a:stretch>
        </p:blipFill>
        <p:spPr>
          <a:xfrm>
            <a:off x="6578730" y="2206114"/>
            <a:ext cx="3542350" cy="3542350"/>
          </a:xfrm>
          <a:prstGeom prst="rect">
            <a:avLst/>
          </a:prstGeom>
        </p:spPr>
      </p:pic>
      <p:pic>
        <p:nvPicPr>
          <p:cNvPr id="7" name="Picture 6" descr="A picture containing text, plate, dishware, tableware&#10;&#10;Description automatically generated">
            <a:extLst>
              <a:ext uri="{FF2B5EF4-FFF2-40B4-BE49-F238E27FC236}">
                <a16:creationId xmlns:a16="http://schemas.microsoft.com/office/drawing/2014/main" id="{9BE0D64E-C360-A89E-5B8D-49EE3C048E39}"/>
              </a:ext>
            </a:extLst>
          </p:cNvPr>
          <p:cNvPicPr>
            <a:picLocks noChangeAspect="1"/>
          </p:cNvPicPr>
          <p:nvPr/>
        </p:nvPicPr>
        <p:blipFill>
          <a:blip r:embed="rId3"/>
          <a:stretch>
            <a:fillRect/>
          </a:stretch>
        </p:blipFill>
        <p:spPr>
          <a:xfrm>
            <a:off x="1834548" y="2206113"/>
            <a:ext cx="3542351" cy="3542351"/>
          </a:xfrm>
          <a:prstGeom prst="rect">
            <a:avLst/>
          </a:prstGeom>
        </p:spPr>
      </p:pic>
    </p:spTree>
    <p:extLst>
      <p:ext uri="{BB962C8B-B14F-4D97-AF65-F5344CB8AC3E}">
        <p14:creationId xmlns:p14="http://schemas.microsoft.com/office/powerpoint/2010/main" val="1460015467"/>
      </p:ext>
    </p:extLst>
  </p:cSld>
  <p:clrMapOvr>
    <a:masterClrMapping/>
  </p:clrMapOvr>
</p:sld>
</file>

<file path=ppt/theme/theme1.xml><?xml version="1.0" encoding="utf-8"?>
<a:theme xmlns:a="http://schemas.openxmlformats.org/drawingml/2006/main" name="RetrospectVTI">
  <a:themeElements>
    <a:clrScheme name="Brights">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Minimalist_Light_Sales Pitch_03_Win32_AS_v2" id="{CF4846AB-E769-4F64-85D9-28E4AEB533C2}" vid="{4425D9ED-C4EC-465B-AB7E-72A929978A0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F4328E-77DF-41E8-952F-124AE19F1F7C}">
  <ds:schemaRefs>
    <ds:schemaRef ds:uri="http://purl.org/dc/terms/"/>
    <ds:schemaRef ds:uri="http://purl.org/dc/elements/1.1/"/>
    <ds:schemaRef ds:uri="http://purl.org/dc/dcmitype/"/>
    <ds:schemaRef ds:uri="71af3243-3dd4-4a8d-8c0d-dd76da1f02a5"/>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16c05727-aa75-4e4a-9b5f-8a80a1165891"/>
    <ds:schemaRef ds:uri="http://schemas.microsoft.com/office/2006/metadata/properties"/>
  </ds:schemaRefs>
</ds:datastoreItem>
</file>

<file path=customXml/itemProps2.xml><?xml version="1.0" encoding="utf-8"?>
<ds:datastoreItem xmlns:ds="http://schemas.openxmlformats.org/officeDocument/2006/customXml" ds:itemID="{6A7FA506-1E93-4CA4-B270-1F08FD18C366}">
  <ds:schemaRefs>
    <ds:schemaRef ds:uri="http://schemas.microsoft.com/sharepoint/v3/contenttype/forms"/>
  </ds:schemaRefs>
</ds:datastoreItem>
</file>

<file path=customXml/itemProps3.xml><?xml version="1.0" encoding="utf-8"?>
<ds:datastoreItem xmlns:ds="http://schemas.openxmlformats.org/officeDocument/2006/customXml" ds:itemID="{1F2FE978-FCBC-4C90-A410-B547AA706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sales pitch presentation</Template>
  <TotalTime>0</TotalTime>
  <Words>782</Words>
  <Application>Microsoft Office PowerPoint</Application>
  <PresentationFormat>Widescreen</PresentationFormat>
  <Paragraphs>106</Paragraphs>
  <Slides>25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Bodoni SvtyTwo ITC TT-Book</vt:lpstr>
      <vt:lpstr>Calibri</vt:lpstr>
      <vt:lpstr>Consolas</vt:lpstr>
      <vt:lpstr>Courier New</vt:lpstr>
      <vt:lpstr>Times</vt:lpstr>
      <vt:lpstr>Times New Roman</vt:lpstr>
      <vt:lpstr>TimesNewRomanPSMT</vt:lpstr>
      <vt:lpstr>Verdana</vt:lpstr>
      <vt:lpstr>RetrospectVTI</vt:lpstr>
      <vt:lpstr>ĐẠI HỌC SƯ PHẠM TP.HCM</vt:lpstr>
      <vt:lpstr>Quản lý nhà hàng </vt:lpstr>
      <vt:lpstr>Thành viên:</vt:lpstr>
      <vt:lpstr>1. khảo sát bài toán</vt:lpstr>
      <vt:lpstr>Khảo sát bài toán</vt:lpstr>
      <vt:lpstr>Các chức năng chương trình</vt:lpstr>
      <vt:lpstr>Quản lý</vt:lpstr>
      <vt:lpstr>Nhân viên</vt:lpstr>
      <vt:lpstr>BFD</vt:lpstr>
      <vt:lpstr>Đặc tả yêu cầu bài toán</vt:lpstr>
      <vt:lpstr>Đăng nhập</vt:lpstr>
      <vt:lpstr>Đăng ký lịch làm</vt:lpstr>
      <vt:lpstr>Quản lý hóa đơn</vt:lpstr>
      <vt:lpstr>Quản lý lịch làm</vt:lpstr>
      <vt:lpstr>Quản lý món ăn</vt:lpstr>
      <vt:lpstr>Quản lý nhân viên</vt:lpstr>
      <vt:lpstr>Biểu đồ use case tổng quan</vt:lpstr>
      <vt:lpstr>PHân tích yêu cầu</vt:lpstr>
      <vt:lpstr>ERD</vt:lpstr>
      <vt:lpstr>CDM</vt:lpstr>
      <vt:lpstr>PDM</vt:lpstr>
      <vt:lpstr>Thiết kế giao diện phần mềm</vt:lpstr>
      <vt:lpstr>Thiết kế giao diện phần mềm</vt:lpstr>
      <vt:lpstr>Thiết kế giao diện phần mềm</vt:lpstr>
      <vt:lpstr>Thanks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2022-06-09T16:15:53Z</dcterms:created>
  <dcterms:modified xsi:type="dcterms:W3CDTF">2022-06-12T04:02:20Z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